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210b7982c64d07" /><Relationship Type="http://schemas.openxmlformats.org/officeDocument/2006/relationships/extended-properties" Target="/docProps/app.xml" Id="Rbcb3a3d3151448d5" /><Relationship Type="http://schemas.openxmlformats.org/officeDocument/2006/relationships/officeDocument" Target="/ppt/presentation.xml" Id="Rb9fef3c212204e2c" /></Relationships>
</file>

<file path=ppt/presentation.xml><?xml version="1.0" encoding="utf-8"?>
<p:presentation xmlns:p="http://schemas.openxmlformats.org/presentationml/2006/main">
  <p:sldMasterIdLst>
    <p:sldMasterId xmlns:r="http://schemas.openxmlformats.org/officeDocument/2006/relationships" id="2147483648" r:id="R90411b9ec6904003"/>
  </p:sldMasterIdLst>
  <p:notesMasterIdLst>
    <p:notesMasterId xmlns:r="http://schemas.openxmlformats.org/officeDocument/2006/relationships" r:id="Rf08a9d6053594b03"/>
  </p:notesMasterIdLst>
  <p:sldIdLst>
    <p:sldId xmlns:r="http://schemas.openxmlformats.org/officeDocument/2006/relationships" id="256" r:id="Rf410365775754ab4"/>
    <p:sldId xmlns:r="http://schemas.openxmlformats.org/officeDocument/2006/relationships" id="257" r:id="Rf4bfbc48a83c40c9"/>
    <p:sldId xmlns:r="http://schemas.openxmlformats.org/officeDocument/2006/relationships" id="258" r:id="R2d1ee98123714c48"/>
    <p:sldId xmlns:r="http://schemas.openxmlformats.org/officeDocument/2006/relationships" id="259" r:id="R13776f143d5342b5"/>
    <p:sldId xmlns:r="http://schemas.openxmlformats.org/officeDocument/2006/relationships" id="260" r:id="R6dbe324a44434b64"/>
    <p:sldId xmlns:r="http://schemas.openxmlformats.org/officeDocument/2006/relationships" id="261" r:id="R79a2a50773784654"/>
    <p:sldId xmlns:r="http://schemas.openxmlformats.org/officeDocument/2006/relationships" id="262" r:id="Redd671c2abff45d0"/>
    <p:sldId xmlns:r="http://schemas.openxmlformats.org/officeDocument/2006/relationships" id="263" r:id="R0849183a247a4af7"/>
    <p:sldId xmlns:r="http://schemas.openxmlformats.org/officeDocument/2006/relationships" id="264" r:id="R93766415b74f45a8"/>
    <p:sldId xmlns:r="http://schemas.openxmlformats.org/officeDocument/2006/relationships" id="265" r:id="R895f60b63ad34c96"/>
    <p:sldId xmlns:r="http://schemas.openxmlformats.org/officeDocument/2006/relationships" id="266" r:id="R31bad5d897e04481"/>
    <p:sldId xmlns:r="http://schemas.openxmlformats.org/officeDocument/2006/relationships" id="267" r:id="Rf33a60d7ace3465c"/>
    <p:sldId xmlns:r="http://schemas.openxmlformats.org/officeDocument/2006/relationships" id="268" r:id="R0156e24096d14766"/>
    <p:sldId xmlns:r="http://schemas.openxmlformats.org/officeDocument/2006/relationships" id="269" r:id="Re3b057409c9c4aba"/>
    <p:sldId xmlns:r="http://schemas.openxmlformats.org/officeDocument/2006/relationships" id="270" r:id="R457834fd4c9b48e1"/>
    <p:sldId xmlns:r="http://schemas.openxmlformats.org/officeDocument/2006/relationships" id="271" r:id="Rb3489688b3154d7d"/>
    <p:sldId xmlns:r="http://schemas.openxmlformats.org/officeDocument/2006/relationships" id="272" r:id="R61041b4c4a174c57"/>
    <p:sldId xmlns:r="http://schemas.openxmlformats.org/officeDocument/2006/relationships" id="273" r:id="R487f780437aa4ae7"/>
    <p:sldId xmlns:r="http://schemas.openxmlformats.org/officeDocument/2006/relationships" id="274" r:id="R0afc9cea32564f24"/>
    <p:sldId xmlns:r="http://schemas.openxmlformats.org/officeDocument/2006/relationships" id="275" r:id="R8bc12820c3ee42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6e16826e3442ad" /><Relationship Type="http://schemas.openxmlformats.org/officeDocument/2006/relationships/slideMaster" Target="/ppt/slideMasters/slideMaster1.xml" Id="R90411b9ec6904003" /><Relationship Type="http://schemas.openxmlformats.org/officeDocument/2006/relationships/notesMaster" Target="/ppt/notesMasters/notesMaster1.xml" Id="Rf08a9d6053594b03" /><Relationship Type="http://schemas.openxmlformats.org/officeDocument/2006/relationships/presProps" Target="/ppt/presProps.xml" Id="R9a13c69917f641ab" /><Relationship Type="http://schemas.openxmlformats.org/officeDocument/2006/relationships/tableStyles" Target="/ppt/tableStyles.xml" Id="R44a16c9ab8cb40a7" /><Relationship Type="http://schemas.openxmlformats.org/officeDocument/2006/relationships/slide" Target="/ppt/slides/slide1.xml" Id="Rf410365775754ab4" /><Relationship Type="http://schemas.openxmlformats.org/officeDocument/2006/relationships/slide" Target="/ppt/slides/slide2.xml" Id="Rf4bfbc48a83c40c9" /><Relationship Type="http://schemas.openxmlformats.org/officeDocument/2006/relationships/slide" Target="/ppt/slides/slide3.xml" Id="R2d1ee98123714c48" /><Relationship Type="http://schemas.openxmlformats.org/officeDocument/2006/relationships/slide" Target="/ppt/slides/slide4.xml" Id="R13776f143d5342b5" /><Relationship Type="http://schemas.openxmlformats.org/officeDocument/2006/relationships/slide" Target="/ppt/slides/slide5.xml" Id="R6dbe324a44434b64" /><Relationship Type="http://schemas.openxmlformats.org/officeDocument/2006/relationships/slide" Target="/ppt/slides/slide6.xml" Id="R79a2a50773784654" /><Relationship Type="http://schemas.openxmlformats.org/officeDocument/2006/relationships/slide" Target="/ppt/slides/slide7.xml" Id="Redd671c2abff45d0" /><Relationship Type="http://schemas.openxmlformats.org/officeDocument/2006/relationships/slide" Target="/ppt/slides/slide8.xml" Id="R0849183a247a4af7" /><Relationship Type="http://schemas.openxmlformats.org/officeDocument/2006/relationships/slide" Target="/ppt/slides/slide9.xml" Id="R93766415b74f45a8" /><Relationship Type="http://schemas.openxmlformats.org/officeDocument/2006/relationships/slide" Target="/ppt/slides/slide10.xml" Id="R895f60b63ad34c96" /><Relationship Type="http://schemas.openxmlformats.org/officeDocument/2006/relationships/slide" Target="/ppt/slides/slide11.xml" Id="R31bad5d897e04481" /><Relationship Type="http://schemas.openxmlformats.org/officeDocument/2006/relationships/slide" Target="/ppt/slides/slide12.xml" Id="Rf33a60d7ace3465c" /><Relationship Type="http://schemas.openxmlformats.org/officeDocument/2006/relationships/slide" Target="/ppt/slides/slide13.xml" Id="R0156e24096d14766" /><Relationship Type="http://schemas.openxmlformats.org/officeDocument/2006/relationships/slide" Target="/ppt/slides/slide14.xml" Id="Re3b057409c9c4aba" /><Relationship Type="http://schemas.openxmlformats.org/officeDocument/2006/relationships/slide" Target="/ppt/slides/slide15.xml" Id="R457834fd4c9b48e1" /><Relationship Type="http://schemas.openxmlformats.org/officeDocument/2006/relationships/slide" Target="/ppt/slides/slide16.xml" Id="Rb3489688b3154d7d" /><Relationship Type="http://schemas.openxmlformats.org/officeDocument/2006/relationships/slide" Target="/ppt/slides/slide17.xml" Id="R61041b4c4a174c57" /><Relationship Type="http://schemas.openxmlformats.org/officeDocument/2006/relationships/slide" Target="/ppt/slides/slide18.xml" Id="R487f780437aa4ae7" /><Relationship Type="http://schemas.openxmlformats.org/officeDocument/2006/relationships/slide" Target="/ppt/slides/slide19.xml" Id="R0afc9cea32564f24" /><Relationship Type="http://schemas.openxmlformats.org/officeDocument/2006/relationships/slide" Target="/ppt/slides/slide20.xml" Id="R8bc12820c3ee42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656f49e4d54a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Xuân Mai">
      <a:dk1>
        <a:srgbClr val="102A43"/>
      </a:dk1>
      <a:lt1>
        <a:srgbClr val="F7FAFC"/>
      </a:lt1>
      <a:dk2>
        <a:srgbClr val="102A43"/>
      </a:dk2>
      <a:lt2>
        <a:srgbClr val="EAF2FB"/>
      </a:lt2>
      <a:accent1>
        <a:srgbClr val="2F80ED"/>
      </a:accent1>
      <a:accent2>
        <a:srgbClr val="F2B84B"/>
      </a:accent2>
      <a:accent3>
        <a:srgbClr val="196B24"/>
      </a:accent3>
      <a:accent4>
        <a:srgbClr val="0F9ED5"/>
      </a:accent4>
      <a:accent5>
        <a:srgbClr val="A02B93"/>
      </a:accent5>
      <a:accent6>
        <a:srgbClr val="4EA72E"/>
      </a:accent6>
      <a:hlink>
        <a:srgbClr val="F2B84B"/>
      </a:hlink>
      <a:folHlink>
        <a:srgbClr val="F2B84B"/>
      </a:folHlink>
    </a:clrScheme>
    <a:fontScheme name="Noto Sans">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8a1b4c2f944ce6" /><Relationship Type="http://schemas.openxmlformats.org/officeDocument/2006/relationships/notesMaster" Target="/ppt/notesMasters/notesMaster1.xml" Id="R7fc98f1dfe0247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7fc82f0c1c487d" /><Relationship Type="http://schemas.openxmlformats.org/officeDocument/2006/relationships/notesMaster" Target="/ppt/notesMasters/notesMaster1.xml" Id="R8cb58cb426aa47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e39cba88de4fef" /><Relationship Type="http://schemas.openxmlformats.org/officeDocument/2006/relationships/notesMaster" Target="/ppt/notesMasters/notesMaster1.xml" Id="Re4f09125d38f46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b8e933e43c48ee" /><Relationship Type="http://schemas.openxmlformats.org/officeDocument/2006/relationships/notesMaster" Target="/ppt/notesMasters/notesMaster1.xml" Id="R51e351eb51d242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70ce6cb12a4416" /><Relationship Type="http://schemas.openxmlformats.org/officeDocument/2006/relationships/notesMaster" Target="/ppt/notesMasters/notesMaster1.xml" Id="R1ab398728bdc4f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eaf1dedd194fbb" /><Relationship Type="http://schemas.openxmlformats.org/officeDocument/2006/relationships/notesMaster" Target="/ppt/notesMasters/notesMaster1.xml" Id="R5df56800724c4d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f8251908f5434f" /><Relationship Type="http://schemas.openxmlformats.org/officeDocument/2006/relationships/notesMaster" Target="/ppt/notesMasters/notesMaster1.xml" Id="R8fa08bb8e33d4e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38a443609e487b" /><Relationship Type="http://schemas.openxmlformats.org/officeDocument/2006/relationships/notesMaster" Target="/ppt/notesMasters/notesMaster1.xml" Id="R76f5821e212c47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6108176fa64ed9" /><Relationship Type="http://schemas.openxmlformats.org/officeDocument/2006/relationships/notesMaster" Target="/ppt/notesMasters/notesMaster1.xml" Id="R72d90b87a9d146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e060ef90bd4fbc" /><Relationship Type="http://schemas.openxmlformats.org/officeDocument/2006/relationships/notesMaster" Target="/ppt/notesMasters/notesMaster1.xml" Id="R2b62a12e09164a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26d1599ac2491c" /><Relationship Type="http://schemas.openxmlformats.org/officeDocument/2006/relationships/notesMaster" Target="/ppt/notesMasters/notesMaster1.xml" Id="R2aa074a0aa5c42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ab82965f624c85" /><Relationship Type="http://schemas.openxmlformats.org/officeDocument/2006/relationships/notesMaster" Target="/ppt/notesMasters/notesMaster1.xml" Id="R9354f031fd244b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70f5f48dc048dd" /><Relationship Type="http://schemas.openxmlformats.org/officeDocument/2006/relationships/notesMaster" Target="/ppt/notesMasters/notesMaster1.xml" Id="R8d18049eb3f344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586fce2b6f4941" /><Relationship Type="http://schemas.openxmlformats.org/officeDocument/2006/relationships/notesMaster" Target="/ppt/notesMasters/notesMaster1.xml" Id="R0302556bd32242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69fa7f4f864d2d" /><Relationship Type="http://schemas.openxmlformats.org/officeDocument/2006/relationships/notesMaster" Target="/ppt/notesMasters/notesMaster1.xml" Id="Rf76288fe10d94d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a82cadd8f0408a" /><Relationship Type="http://schemas.openxmlformats.org/officeDocument/2006/relationships/notesMaster" Target="/ppt/notesMasters/notesMaster1.xml" Id="Rb4409d9bd89a4c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6063b401e04b31" /><Relationship Type="http://schemas.openxmlformats.org/officeDocument/2006/relationships/notesMaster" Target="/ppt/notesMasters/notesMaster1.xml" Id="R1bc5d19d8f6c4a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413484202c4a64" /><Relationship Type="http://schemas.openxmlformats.org/officeDocument/2006/relationships/notesMaster" Target="/ppt/notesMasters/notesMaster1.xml" Id="R2f6cb5701d1645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31e9866905438c" /><Relationship Type="http://schemas.openxmlformats.org/officeDocument/2006/relationships/notesMaster" Target="/ppt/notesMasters/notesMaster1.xml" Id="Ra84964491afe486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8a14f734524347" /><Relationship Type="http://schemas.openxmlformats.org/officeDocument/2006/relationships/notesMaster" Target="/ppt/notesMasters/notesMaster1.xml" Id="R00d23e65313946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hiện học tại THCS Tân Tiến, Phân hiệu 2. Ngôi trường em mong muốn thi vào là THPT Xuân Mai. Qua bài thuyết trình này, em xin chia sẻ những điều em tìm hiểu được và cách em chuẩn bị cho mục tiêu ấy.</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Website chính thức THPT Xuân Mai. Không công bố ngày chụp ảnh giới thiệu.</a:t>
            </a:r>
          </a:p>
          <a:p xmlns:a="http://schemas.openxmlformats.org/drawingml/2006/main">
            <a:r>
              <a:t>https://thptxuanmai.edu.vn/</a:t>
            </a:r>
          </a:p>
          <a:p xmlns:a="http://schemas.openxmlformats.org/drawingml/2006/main">
            <a:r>
              <a:t/>
            </a:r>
          </a:p>
          <a:p xmlns:a="http://schemas.openxmlformats.org/drawingml/2006/main">
            <a:r>
              <a:t>NGUỒN ẢNH</a:t>
            </a:r>
          </a:p>
          <a:p xmlns:a="http://schemas.openxmlformats.org/drawingml/2006/main">
            <a:r>
              <a:t>campus_02.jpg: Cổng trường và tập thể trong ảnh giới thiệu trên website THPT Xuân Mai, không công bố ngày chụp.</a:t>
            </a:r>
          </a:p>
          <a:p xmlns:a="http://schemas.openxmlformats.org/drawingml/2006/main">
            <a:r>
              <a:t>Trang gốc: https://thptxuanmai.edu.vn/</a:t>
            </a:r>
          </a:p>
          <a:p xmlns:a="http://schemas.openxmlformats.org/drawingml/2006/main">
            <a:r>
              <a:t>Tệp ảnh: https://thptxuanmai.edu.vn/uploads/plugin/gallery/125/1572335557-312308684-nh-silde.jpg</a:t>
            </a:r>
          </a:p>
          <a:p xmlns:a="http://schemas.openxmlformats.org/drawingml/2006/main">
            <a:r>
              <a:t>Cơ quan đăng: Trường THPT Xuân Mai. Truy cập 11/10/2026.</a:t>
            </a:r>
          </a:p>
          <a:p xmlns:a="http://schemas.openxmlformats.org/drawingml/2006/main">
            <a:r>
              <a:t/>
            </a:r>
          </a:p>
          <a:p xmlns:a="http://schemas.openxmlformats.org/drawingml/2006/main">
            <a:r>
              <a:t>home_04_d62b8d.jpg: Logo chính thức THPT Xuân Mai từ website nhà trường.</a:t>
            </a:r>
          </a:p>
          <a:p xmlns:a="http://schemas.openxmlformats.org/drawingml/2006/main">
            <a:r>
              <a:t>Trang gốc: https://thptxuanmai.edu.vn/</a:t>
            </a:r>
          </a:p>
          <a:p xmlns:a="http://schemas.openxmlformats.org/drawingml/2006/main">
            <a:r>
              <a:t>Tệp ảnh: https://thptxuanmai.edu.vn/uploads/plugin/setting/3/1568255616-758594340-thpt-xuan-mai.jpg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Lớp 9 là điểm xuất phát của em trong hành trình này. Em chưa phải học sinh THPT Xuân Mai, vì vậy điều em có lúc này là một mục tiêu và trách nhiệm chuẩn bị. Em muốn bước đi từng việc nhỏ, thay vì chỉ mong chờ kết quả.</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báo cáo công khai 2025–2026, THPT Xuân Mai là trường công lập do Sở Giáo dục và Đào tạo Hà Nội quản lý trực tiếp. Em chú ý đến lịch sử lâu năm của trường. Điều đó khiến em muốn tìm hiểu môi trường này nghiêm túc hơn, thay vì chỉ chọn theo cảm giác.</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Báo cáo công khai năm học 2025–2026. 28/06/2025.</a:t>
            </a:r>
          </a:p>
          <a:p xmlns:a="http://schemas.openxmlformats.org/drawingml/2006/main">
            <a:r>
              <a:t>https://thptxuanmai.edu.vn/uploads/plugin/file/241/cong-khai-theo-thong-t-09-c-a-tr-ng-thpt-xuan-mai.pdf</a:t>
            </a:r>
          </a:p>
          <a:p xmlns:a="http://schemas.openxmlformats.org/drawingml/2006/main">
            <a:r>
              <a:t/>
            </a:r>
          </a:p>
          <a:p xmlns:a="http://schemas.openxmlformats.org/drawingml/2006/main">
            <a:r>
              <a:t>Lịch sử hình thành và phát triển. Không có ngày đăng hiển thị.</a:t>
            </a:r>
          </a:p>
          <a:p xmlns:a="http://schemas.openxmlformats.org/drawingml/2006/main">
            <a:r>
              <a:t>https://thptxuanmai.edu.vn/lich-su-hinh-thanh-va-phat-trien-cua-truong-thpt-xuan-mai.html</a:t>
            </a:r>
          </a:p>
          <a:p xmlns:a="http://schemas.openxmlformats.org/drawingml/2006/main">
            <a:r>
              <a:t/>
            </a:r>
          </a:p>
          <a:p xmlns:a="http://schemas.openxmlformats.org/drawingml/2006/main">
            <a:r>
              <a:t>Website chính thức THPT Xuân Mai. Không công bố ngày chụp ảnh giới thiệu.</a:t>
            </a:r>
          </a:p>
          <a:p xmlns:a="http://schemas.openxmlformats.org/drawingml/2006/main">
            <a:r>
              <a:t>https://thptxuanmai.edu.vn/</a:t>
            </a:r>
          </a:p>
          <a:p xmlns:a="http://schemas.openxmlformats.org/drawingml/2006/main">
            <a:r>
              <a:t/>
            </a:r>
          </a:p>
          <a:p xmlns:a="http://schemas.openxmlformats.org/drawingml/2006/main">
            <a:r>
              <a:t>NGUỒN ẢNH</a:t>
            </a:r>
          </a:p>
          <a:p xmlns:a="http://schemas.openxmlformats.org/drawingml/2006/main">
            <a:r>
              <a:t>campus_03.jpg: Ảnh giới thiệu trường trên website chính thức, không công bố ngày chụp.</a:t>
            </a:r>
          </a:p>
          <a:p xmlns:a="http://schemas.openxmlformats.org/drawingml/2006/main">
            <a:r>
              <a:t>Trang gốc: https://thptxuanmai.edu.vn/</a:t>
            </a:r>
          </a:p>
          <a:p xmlns:a="http://schemas.openxmlformats.org/drawingml/2006/main">
            <a:r>
              <a:t>Tệp ảnh: https://thptxuanmai.edu.vn/uploads/plugin/gallery/124/1572000889-499933979-khai-gi-ng-n-m-h-c-m-i.jpg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Trường thành lập năm 1972, đổi tên thành trường cấp III Xuân Mai năm 1979 và được công nhận trường chuẩn quốc gia từ năm 2008 theo bài lịch sử. Năm 2022, trường tổ chức hoạt động kỷ niệm 50 năm. Em nhìn những mốc này như lời nhắc về sự bền bỉ của nhiều thế hệ thầy trò.</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Lịch sử hình thành và phát triển. Không có ngày đăng hiển thị.</a:t>
            </a:r>
          </a:p>
          <a:p xmlns:a="http://schemas.openxmlformats.org/drawingml/2006/main">
            <a:r>
              <a:t>https://thptxuanmai.edu.vn/lich-su-hinh-thanh-va-phat-trien-cua-truong-thpt-xuan-mai.html</a:t>
            </a:r>
          </a:p>
          <a:p xmlns:a="http://schemas.openxmlformats.org/drawingml/2006/main">
            <a:r>
              <a:t/>
            </a:r>
          </a:p>
          <a:p xmlns:a="http://schemas.openxmlformats.org/drawingml/2006/main">
            <a:r>
              <a:t>Hội diễn văn nghệ kỷ niệm 50 năm. Năm 2022. Không dùng ngày có lỗi gõ 20022 trong bài.</a:t>
            </a:r>
          </a:p>
          <a:p xmlns:a="http://schemas.openxmlformats.org/drawingml/2006/main">
            <a:r>
              <a:t>https://thptxuanmai.edu.vn/hoi-dien-van-nghe-chao-mung-50-nam-thanh-lap-truong-thpt-xuan-mai-1972-2022.html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của trường ghi địa điểm tại khu Tân Bình, Xuân Mai, Hà Nội. Hướng dẫn tuyển sinh năm 2026 của Sở xếp trường trên địa bàn xã Xuân Mai. Sơ đồ trên slide chỉ thể hiện hành trình học tập của em, không phải bản đồ hay ước tính quãng đường.</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Báo cáo công khai năm học 2025–2026. 28/06/2025.</a:t>
            </a:r>
          </a:p>
          <a:p xmlns:a="http://schemas.openxmlformats.org/drawingml/2006/main">
            <a:r>
              <a:t>https://thptxuanmai.edu.vn/uploads/plugin/file/241/cong-khai-theo-thong-t-09-c-a-tr-ng-thpt-xuan-mai.pdf</a:t>
            </a:r>
          </a:p>
          <a:p xmlns:a="http://schemas.openxmlformats.org/drawingml/2006/main">
            <a:r>
              <a:t/>
            </a:r>
          </a:p>
          <a:p xmlns:a="http://schemas.openxmlformats.org/drawingml/2006/main">
            <a:r>
              <a:t>Tệp hướng dẫn của Sở, Phụ lục IX, trang PDF 60. Đính kèm bài ngày 25/03/2026.</a:t>
            </a:r>
          </a:p>
          <a:p xmlns:a="http://schemas.openxmlformats.org/drawingml/2006/main">
            <a:r>
              <a:t>https://quantrisgd.shieldix.app/data/doc/2026/hanoi/qlt_kdcl/2026_3/25/1166sgd-qlthuongdantuyensinh102026-2027_25320268.pdf</a:t>
            </a:r>
          </a:p>
          <a:p xmlns:a="http://schemas.openxmlformats.org/drawingml/2006/main">
            <a:r>
              <a:t/>
            </a:r>
          </a:p>
          <a:p xmlns:a="http://schemas.openxmlformats.org/drawingml/2006/main">
            <a:r>
              <a:t>Website chính thức THPT Xuân Mai. Không công bố ngày chụp ảnh giới thiệu.</a:t>
            </a:r>
          </a:p>
          <a:p xmlns:a="http://schemas.openxmlformats.org/drawingml/2006/main">
            <a:r>
              <a:t>https://thptxuanmai.edu.vn/</a:t>
            </a:r>
          </a:p>
          <a:p xmlns:a="http://schemas.openxmlformats.org/drawingml/2006/main">
            <a:r>
              <a:t/>
            </a:r>
          </a:p>
          <a:p xmlns:a="http://schemas.openxmlformats.org/drawingml/2006/main">
            <a:r>
              <a:t>NGUỒN ẢNH</a:t>
            </a:r>
          </a:p>
          <a:p xmlns:a="http://schemas.openxmlformats.org/drawingml/2006/main">
            <a:r>
              <a:t>campus_01.jpg: Dãy nhà trường phía sau tập thể thầy cô trong ảnh giới thiệu trên website, không công bố ngày chụp.</a:t>
            </a:r>
          </a:p>
          <a:p xmlns:a="http://schemas.openxmlformats.org/drawingml/2006/main">
            <a:r>
              <a:t>Trang gốc: https://thptxuanmai.edu.vn/</a:t>
            </a:r>
          </a:p>
          <a:p xmlns:a="http://schemas.openxmlformats.org/drawingml/2006/main">
            <a:r>
              <a:t>Tệp ảnh: https://thptxuanmai.edu.vn/uploads/plugin/gallery/169/1668764406-1967982527-tr-ng-thpt-xuan-mai.jpg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những hình ảnh do website trường công bố, gồm dãy nhà phía sau tập thể thầy cô và sân trường trong ngày hội Xuân năm 2020. Em mới quan sát qua ảnh, chưa kể đây là một trải nghiệm của bản thân. Em mong có dịp tìm hiểu trực tiếp về khuôn viên và nếp sinh hoạt của trường.</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Website chính thức THPT Xuân Mai. Không công bố ngày chụp ảnh giới thiệu.</a:t>
            </a:r>
          </a:p>
          <a:p xmlns:a="http://schemas.openxmlformats.org/drawingml/2006/main">
            <a:r>
              <a:t>https://thptxuanmai.edu.vn/</a:t>
            </a:r>
          </a:p>
          <a:p xmlns:a="http://schemas.openxmlformats.org/drawingml/2006/main">
            <a:r>
              <a:t/>
            </a:r>
          </a:p>
          <a:p xmlns:a="http://schemas.openxmlformats.org/drawingml/2006/main">
            <a:r>
              <a:t>Ngày hội Xuân yêu thương, Tết nghĩa tình. Sự kiện 12/01/2020.</a:t>
            </a:r>
          </a:p>
          <a:p xmlns:a="http://schemas.openxmlformats.org/drawingml/2006/main">
            <a:r>
              <a:t>https://thptxuanmai.edu.vn/ngay-hoi-xuan-yeu-thuong-tet-nghia-tinh-truong-thpt-xuan-mai.html</a:t>
            </a:r>
          </a:p>
          <a:p xmlns:a="http://schemas.openxmlformats.org/drawingml/2006/main">
            <a:r>
              <a:t/>
            </a:r>
          </a:p>
          <a:p xmlns:a="http://schemas.openxmlformats.org/drawingml/2006/main">
            <a:r>
              <a:t>NGUỒN ẢNH</a:t>
            </a:r>
          </a:p>
          <a:p xmlns:a="http://schemas.openxmlformats.org/drawingml/2006/main">
            <a:r>
              <a:t>campus_01.jpg: Dãy nhà trường phía sau tập thể thầy cô trong ảnh giới thiệu trên website, không công bố ngày chụp.</a:t>
            </a:r>
          </a:p>
          <a:p xmlns:a="http://schemas.openxmlformats.org/drawingml/2006/main">
            <a:r>
              <a:t>Trang gốc: https://thptxuanmai.edu.vn/</a:t>
            </a:r>
          </a:p>
          <a:p xmlns:a="http://schemas.openxmlformats.org/drawingml/2006/main">
            <a:r>
              <a:t>Tệp ảnh: https://thptxuanmai.edu.vn/uploads/plugin/gallery/169/1668764406-1967982527-tr-ng-thpt-xuan-mai.jpg</a:t>
            </a:r>
          </a:p>
          <a:p xmlns:a="http://schemas.openxmlformats.org/drawingml/2006/main">
            <a:r>
              <a:t>Cơ quan đăng: Trường THPT Xuân Mai. Truy cập 11/10/2026.</a:t>
            </a:r>
          </a:p>
          <a:p xmlns:a="http://schemas.openxmlformats.org/drawingml/2006/main">
            <a:r>
              <a:t/>
            </a:r>
          </a:p>
          <a:p xmlns:a="http://schemas.openxmlformats.org/drawingml/2006/main">
            <a:r>
              <a:t>spring_01_26659c.jpg: Sân trường trong ngày hội Xuân yêu thương, Tết nghĩa tình 12/01/2020.</a:t>
            </a:r>
          </a:p>
          <a:p xmlns:a="http://schemas.openxmlformats.org/drawingml/2006/main">
            <a:r>
              <a:t>Trang gốc: https://thptxuanmai.edu.vn/ngay-hoi-xuan-yeu-thuong-tet-nghia-tinh-truong-thpt-xuan-mai.html</a:t>
            </a:r>
          </a:p>
          <a:p xmlns:a="http://schemas.openxmlformats.org/drawingml/2006/main">
            <a:r>
              <a:t>Tệp ảnh: https://thptxuanmai.edu.vn/uploads/tiny_uploads/B%C3%A1nh%20ch%C6%B0ng%201.jpg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công khai 2025–2026 liệt kê phòng học văn hóa, thư viện và các phòng bộ môn. Với em, điều quan trọng là biết sử dụng những không gian ấy để học chủ động. Em đặc biệt muốn tìm hiểu thêm về phòng Tin học và cách tổ chức giờ thực hành.</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Báo cáo công khai năm học 2025–2026. 28/06/2025.</a:t>
            </a:r>
          </a:p>
          <a:p xmlns:a="http://schemas.openxmlformats.org/drawingml/2006/main">
            <a:r>
              <a:t>https://thptxuanmai.edu.vn/uploads/plugin/file/241/cong-khai-theo-thong-t-09-c-a-tr-ng-thpt-xuan-mai.pdf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báo cáo công khai năm học 2025–2026, trường có hai phòng Tin học. Đây là thông tin theo niên khóa, chưa phải một cam kết cho năm em nhập học. Em mong học lập trình chắc hơn, biết tìm lỗi và giải thích được cách làm của mình.</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Báo cáo công khai năm học 2025–2026. 28/06/2025.</a:t>
            </a:r>
          </a:p>
          <a:p xmlns:a="http://schemas.openxmlformats.org/drawingml/2006/main">
            <a:r>
              <a:t>https://thptxuanmai.edu.vn/uploads/plugin/file/241/cong-khai-theo-thong-t-09-c-a-tr-ng-thpt-xuan-mai.pdf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nghĩ về bậc THPT, em thấy mình cần chủ động hơn trong việc học. Em muốn hiểu bài trước khi học thuộc, hỏi thầy cô khi chưa rõ và tự làm để kiểm tra điều đã hiểu. Đây là cách học em dự định rèn, không phải thời khóa biểu hay phương pháp riêng của trường.</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Trường đăng tin về tọa đàm giáo dục STEM ngày 25 tháng 10 năm 2025 và tọa đàm ứng dụng AI vào giảng dạy ngày 6 tháng 12 năm 2025. Em thấy hứng thú với việc kết nối kiến thức và công nghệ. Em mong dùng môn Tin để làm một sản phẩm hữu ích, đồng thời kiểm tra thông tin và làm bài trung thực.</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Tọa đàm giáo dục STEM. Sự kiện 25/10/2025.</a:t>
            </a:r>
          </a:p>
          <a:p xmlns:a="http://schemas.openxmlformats.org/drawingml/2006/main">
            <a:r>
              <a:t>https://thptxuanmai.edu.vn/truong-thpt-xuan-mai-to-chuc-toa-dam-giao-duc-stem-trung-hoc-pho-thong-thach-thuc-va-co-hoi.html</a:t>
            </a:r>
          </a:p>
          <a:p xmlns:a="http://schemas.openxmlformats.org/drawingml/2006/main">
            <a:r>
              <a:t/>
            </a:r>
          </a:p>
          <a:p xmlns:a="http://schemas.openxmlformats.org/drawingml/2006/main">
            <a:r>
              <a:t>Tọa đàm ứng dụng AI vào giảng dạy. Sự kiện 06/12/2025.</a:t>
            </a:r>
          </a:p>
          <a:p xmlns:a="http://schemas.openxmlformats.org/drawingml/2006/main">
            <a:r>
              <a:t>https://thptxuanmai.edu.vn/toa-dam-ung-dung-tri-tue-nhan-tao-ai-vao-giang-day.html</a:t>
            </a:r>
          </a:p>
          <a:p xmlns:a="http://schemas.openxmlformats.org/drawingml/2006/main">
            <a:r>
              <a:t/>
            </a:r>
          </a:p>
          <a:p xmlns:a="http://schemas.openxmlformats.org/drawingml/2006/main">
            <a:r>
              <a:t>NGUỒN ẢNH</a:t>
            </a:r>
          </a:p>
          <a:p xmlns:a="http://schemas.openxmlformats.org/drawingml/2006/main">
            <a:r>
              <a:t>stem_04_ef0937.jpg: Ảnh trong bài tọa đàm giáo dục STEM ngày 25/10/2025 do THPT Xuân Mai công bố.</a:t>
            </a:r>
          </a:p>
          <a:p xmlns:a="http://schemas.openxmlformats.org/drawingml/2006/main">
            <a:r>
              <a:t>Trang gốc: https://thptxuanmai.edu.vn/truong-thpt-xuan-mai-to-chuc-toa-dam-giao-duc-stem-trung-hoc-pho-thong-thach-thuc-va-co-hoi.html</a:t>
            </a:r>
          </a:p>
          <a:p xmlns:a="http://schemas.openxmlformats.org/drawingml/2006/main">
            <a:r>
              <a:t>Tệp ảnh: https://thptxuanmai.edu.vn/uploads/tiny_uploads/steam/anh-5.jpg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bài tổng kết 2025–2026 của trường, Nguyễn Công Lực đạt giải Nhất học sinh giỏi thành phố môn Sinh học. Ngô Ngọc Tuấn Anh và Trần Mai Phương đạt giải Nhất khoa học kỹ thuật thành phố với dự án Schoolmind. Với em, những kết quả ấy là động lực để học bền bỉ và làm sản phẩm có ích.</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Tổng kết thành tích năm học 2025–2026. Năm học 2025–2026, bài ghi lễ tuyên dương vào tháng 5, không ghi ngày đăng.</a:t>
            </a:r>
          </a:p>
          <a:p xmlns:a="http://schemas.openxmlformats.org/drawingml/2006/main">
            <a:r>
              <a:t>https://thptxuanmai.edu.vn/truong-thpt-xuan-mai-noi-khoi-nguon-dam-me-khng-dinh-vi-the-trong-nam-hoc-20252026.html</a:t>
            </a:r>
          </a:p>
          <a:p xmlns:a="http://schemas.openxmlformats.org/drawingml/2006/main">
            <a:r>
              <a:t/>
            </a:r>
          </a:p>
          <a:p xmlns:a="http://schemas.openxmlformats.org/drawingml/2006/main">
            <a:r>
              <a:t>NGUỒN ẢNH</a:t>
            </a:r>
          </a:p>
          <a:p xmlns:a="http://schemas.openxmlformats.org/drawingml/2006/main">
            <a:r>
              <a:t>awards_02.jpg: Ảnh lễ tuyên dương trong bài tổng kết năm học 2025–2026 của THPT Xuân Mai.</a:t>
            </a:r>
          </a:p>
          <a:p xmlns:a="http://schemas.openxmlformats.org/drawingml/2006/main">
            <a:r>
              <a:t>Trang gốc: https://thptxuanmai.edu.vn/truong-thpt-xuan-mai-noi-khoi-nguon-dam-me-khng-dinh-vi-the-trong-nam-hoc-20252026.html</a:t>
            </a:r>
          </a:p>
          <a:p xmlns:a="http://schemas.openxmlformats.org/drawingml/2006/main">
            <a:r>
              <a:t>Tệp ảnh: https://thptxuanmai.edu.vn/uploads/tiny_uploads/hoi-nghi-vien-chuc-2025/2_2.jpg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trường ghi lại hội diễn văn nghệ chào mừng 50 năm thành lập vào năm 2022. Em thích hình ảnh các bạn cùng tập luyện và biểu diễn. Nếu có cơ hội học tại đây, em mong góp phần vào một hoạt động chung, kể cả khi công việc của em chỉ là hỗ trợ phía sau sân khấu.</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Hội diễn văn nghệ kỷ niệm 50 năm. Năm 2022. Không dùng ngày có lỗi gõ 20022 trong bài.</a:t>
            </a:r>
          </a:p>
          <a:p xmlns:a="http://schemas.openxmlformats.org/drawingml/2006/main">
            <a:r>
              <a:t>https://thptxuanmai.edu.vn/hoi-dien-van-nghe-chao-mung-50-nam-thanh-lap-truong-thpt-xuan-mai-1972-2022.html</a:t>
            </a:r>
          </a:p>
          <a:p xmlns:a="http://schemas.openxmlformats.org/drawingml/2006/main">
            <a:r>
              <a:t/>
            </a:r>
          </a:p>
          <a:p xmlns:a="http://schemas.openxmlformats.org/drawingml/2006/main">
            <a:r>
              <a:t>NGUỒN ẢNH</a:t>
            </a:r>
          </a:p>
          <a:p xmlns:a="http://schemas.openxmlformats.org/drawingml/2006/main">
            <a:r>
              <a:t>performance_03_3997c8.jpg: Tiết mục múa Làng Chài trong hội diễn kỷ niệm 50 năm thành lập trường, năm 2022.</a:t>
            </a:r>
          </a:p>
          <a:p xmlns:a="http://schemas.openxmlformats.org/drawingml/2006/main">
            <a:r>
              <a:t>Trang gốc: https://thptxuanmai.edu.vn/hoi-dien-van-nghe-chao-mung-50-nam-thanh-lap-truong-thpt-xuan-mai-1972-2022.html</a:t>
            </a:r>
          </a:p>
          <a:p xmlns:a="http://schemas.openxmlformats.org/drawingml/2006/main">
            <a:r>
              <a:t>Tệp ảnh: https://thptxuanmai.edu.vn/uploads/tiny_uploads/nh%204_5.jpg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viết về ngày hội Xuân năm 2020 có ảnh và thông tin về trò chơi tập thể như nhảy bao bố, chuyền bóng. Em mong có cơ hội vận động cùng bạn bè trong những hoạt động phù hợp. Việc tham gia cần giúp em khỏe hơn và biết phối hợp, đồng thời giữ được trách nhiệm học tập.</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Ngày hội Xuân yêu thương, Tết nghĩa tình. Sự kiện 12/01/2020.</a:t>
            </a:r>
          </a:p>
          <a:p xmlns:a="http://schemas.openxmlformats.org/drawingml/2006/main">
            <a:r>
              <a:t>https://thptxuanmai.edu.vn/ngay-hoi-xuan-yeu-thuong-tet-nghia-tinh-truong-thpt-xuan-mai.html</a:t>
            </a:r>
          </a:p>
          <a:p xmlns:a="http://schemas.openxmlformats.org/drawingml/2006/main">
            <a:r>
              <a:t/>
            </a:r>
          </a:p>
          <a:p xmlns:a="http://schemas.openxmlformats.org/drawingml/2006/main">
            <a:r>
              <a:t>NGUỒN ẢNH</a:t>
            </a:r>
          </a:p>
          <a:p xmlns:a="http://schemas.openxmlformats.org/drawingml/2006/main">
            <a:r>
              <a:t>spring_03_a395c0.jpg: Trò chơi nhảy bao bố trong ngày hội Xuân yêu thương, Tết nghĩa tình năm 2020.</a:t>
            </a:r>
          </a:p>
          <a:p xmlns:a="http://schemas.openxmlformats.org/drawingml/2006/main">
            <a:r>
              <a:t>Trang gốc: https://thptxuanmai.edu.vn/ngay-hoi-xuan-yeu-thuong-tet-nghia-tinh-truong-thpt-xuan-mai.html</a:t>
            </a:r>
          </a:p>
          <a:p xmlns:a="http://schemas.openxmlformats.org/drawingml/2006/main">
            <a:r>
              <a:t>Tệp ảnh: https://thptxuanmai.edu.vn/uploads/tiny_uploads/B%C3%A1nh%20ch%C6%B0ng%205.jpg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ngày hội Xuân yêu thương ngày 12 tháng 1 năm 2020, học sinh cùng làm bánh chưng, và một phần bánh được tặng cho các bạn có hoàn cảnh khó khăn. Em trân trọng việc một hoạt động vui có thể mang theo sự sẻ chia. Em mong học cách có trách nhiệm với tập thể bằng những việc cụ thể.</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Ngày hội Xuân yêu thương, Tết nghĩa tình. Sự kiện 12/01/2020.</a:t>
            </a:r>
          </a:p>
          <a:p xmlns:a="http://schemas.openxmlformats.org/drawingml/2006/main">
            <a:r>
              <a:t>https://thptxuanmai.edu.vn/ngay-hoi-xuan-yeu-thuong-tet-nghia-tinh-truong-thpt-xuan-mai.html</a:t>
            </a:r>
          </a:p>
          <a:p xmlns:a="http://schemas.openxmlformats.org/drawingml/2006/main">
            <a:r>
              <a:t/>
            </a:r>
          </a:p>
          <a:p xmlns:a="http://schemas.openxmlformats.org/drawingml/2006/main">
            <a:r>
              <a:t>NGUỒN ẢNH</a:t>
            </a:r>
          </a:p>
          <a:p xmlns:a="http://schemas.openxmlformats.org/drawingml/2006/main">
            <a:r>
              <a:t>spring_02_bd8c60.jpg: Học sinh bên nồi bánh chưng trong ngày hội Xuân yêu thương, Tết nghĩa tình 12/01/2020.</a:t>
            </a:r>
          </a:p>
          <a:p xmlns:a="http://schemas.openxmlformats.org/drawingml/2006/main">
            <a:r>
              <a:t>Trang gốc: https://thptxuanmai.edu.vn/ngay-hoi-xuan-yeu-thuong-tet-nghia-tinh-truong-thpt-xuan-mai.html</a:t>
            </a:r>
          </a:p>
          <a:p xmlns:a="http://schemas.openxmlformats.org/drawingml/2006/main">
            <a:r>
              <a:t>Tệp ảnh: https://thptxuanmai.edu.vn/uploads/tiny_uploads/B%C3%A1nh%20ch%C6%B0ng%204.jpg</a:t>
            </a:r>
          </a:p>
          <a:p xmlns:a="http://schemas.openxmlformats.org/drawingml/2006/main">
            <a:r>
              <a:t>Cơ quan đăng: Trường THPT Xuân Mai. Truy cập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hình dung một ngày lớp 10 bắt đầu bằng việc đến lớp có chuẩn bị, tiếp theo là học tập và tham gia hoạt động phù hợp. Sau đó em sẽ tự học để xử lý phần chưa hiểu, rồi dành thời gian nghỉ ngơi. Đây là hình dung của em, không phải lịch học thực tế của THPT Xuân Mai.</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Lý do đầu tiên là em muốn tìm hiểu một ngôi trường có lịch sử lâu năm. Những hoạt động STEM đã được trường giới thiệu cũng phù hợp với hứng thú môn Tin của em. Ngoài kiến thức, em mong trưởng thành trong cách tự học, phối hợp và ứng xử với mọi người.</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Lịch sử hình thành và phát triển. Không có ngày đăng hiển thị.</a:t>
            </a:r>
          </a:p>
          <a:p xmlns:a="http://schemas.openxmlformats.org/drawingml/2006/main">
            <a:r>
              <a:t>https://thptxuanmai.edu.vn/lich-su-hinh-thanh-va-phat-trien-cua-truong-thpt-xuan-mai.html</a:t>
            </a:r>
          </a:p>
          <a:p xmlns:a="http://schemas.openxmlformats.org/drawingml/2006/main">
            <a:r>
              <a:t/>
            </a:r>
          </a:p>
          <a:p xmlns:a="http://schemas.openxmlformats.org/drawingml/2006/main">
            <a:r>
              <a:t>Tọa đàm giáo dục STEM. Sự kiện 25/10/2025.</a:t>
            </a:r>
          </a:p>
          <a:p xmlns:a="http://schemas.openxmlformats.org/drawingml/2006/main">
            <a:r>
              <a:t>https://thptxuanmai.edu.vn/truong-thpt-xuan-mai-to-chuc-toa-dam-giao-duc-stem-trung-hoc-pho-thong-thach-thuc-va-co-hoi.html</a:t>
            </a:r>
          </a:p>
          <a:p xmlns:a="http://schemas.openxmlformats.org/drawingml/2006/main">
            <a:r>
              <a:t/>
            </a:r>
          </a:p>
          <a:p xmlns:a="http://schemas.openxmlformats.org/drawingml/2006/main">
            <a:r>
              <a:t>Ngày hội Xuân yêu thương, Tết nghĩa tình. Sự kiện 12/01/2020.</a:t>
            </a:r>
          </a:p>
          <a:p xmlns:a="http://schemas.openxmlformats.org/drawingml/2006/main">
            <a:r>
              <a:t>https://thptxuanmai.edu.vn/ngay-hoi-xuan-yeu-thuong-tet-nghia-tinh-truong-thpt-xuan-mai.html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dự đoán mình sẽ phải vượt qua kỳ thi vào lớp 10 và thích nghi với nhịp học mới. Em cũng cần quản lý thời gian để vừa học các môn trên lớp, vừa phát triển môn Tin. Em chưa biết hết khó khăn phía trước, nhưng có thể bắt đầu bằng việc nhận ra điểm yếu và sửa dần.</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sẽ củng cố Toán, Văn, Anh, luyện lập trình và ghi lại lỗi thường gặp để sửa. Em muốn hoàn thành bài trên lớp, giữ nếp học cùng giấc ngủ, và xem lại kế hoạch mỗi tuần. Thông báo tuyển sinh 2026–2027 chỉ là tài liệu tham khảo, em sẽ theo dõi quy định đúng năm học 2027–2028 trên các kênh chính thức.</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Sở GD&amp;ĐT Hà Nội: hướng dẫn tuyển sinh 2026–2027. 25/03/2026.</a:t>
            </a:r>
          </a:p>
          <a:p xmlns:a="http://schemas.openxmlformats.org/drawingml/2006/main">
            <a:r>
              <a:t>https://hanoi.edu.vn/phong-quan-ly-thi-va-kdcl/ha-noi-ban-hanh-huong-dan-tuyen-sinh-vao-lop-10-trung-hoc-pho-thong-nam-hoc-202/ctfull/552/16863</a:t>
            </a:r>
          </a:p>
          <a:p xmlns:a="http://schemas.openxmlformats.org/drawingml/2006/main">
            <a:r>
              <a:t/>
            </a:r>
          </a:p>
          <a:p xmlns:a="http://schemas.openxmlformats.org/drawingml/2006/main">
            <a:r>
              <a:t>Thông tin tuyển sinh lớp 10 năm học 2026–2027. Thông báo trong ảnh ngày 19/06/2026.</a:t>
            </a:r>
          </a:p>
          <a:p xmlns:a="http://schemas.openxmlformats.org/drawingml/2006/main">
            <a:r>
              <a:t>https://thptxuanmai.edu.vn/thong-tin-ve-lich-tuyen-sinh-10-nam-hoc-2026-2027.html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chưa bước qua cánh cổng ấy, nhưng em đang chuẩn bị để xứng đáng. Với em, lời hứa này bắt đầu bằng việc học nghiêm túc, làm bài trung thực và biết sửa những thiếu sót của mình. Em mong khi nhìn lại, điều em tự hào là mình đã nỗ lực thật sự.</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cảm ơn thầy cô và các bạn đã lắng nghe. Bài thuyết trình sử dụng thông tin từ website THPT Xuân Mai, báo cáo công khai của trường và hướng dẫn của Sở Giáo dục và Đào tạo Hà Nội. Em hy vọng bài tìm hiểu này sẽ giúp mình có thêm động lực để chuẩn bị cho chặng đường tiếp theo.</a:t>
            </a:r>
          </a:p>
          <a:p xmlns:a="http://schemas.openxmlformats.org/drawingml/2006/main">
            <a:r>
              <a:t/>
            </a:r>
          </a:p>
          <a:p xmlns:a="http://schemas.openxmlformats.org/drawingml/2006/main">
            <a:r>
              <a:t>Điều khiển: Nhấn một lần để sang trang, chờ nội dung tự hiện rồi nói. Trang không tự chuyển. Gợi ý dành khoảng 18–25 giây cho trang này.</a:t>
            </a:r>
          </a:p>
          <a:p xmlns:a="http://schemas.openxmlformats.org/drawingml/2006/main">
            <a:r>
              <a:t/>
            </a:r>
          </a:p>
          <a:p xmlns:a="http://schemas.openxmlformats.org/drawingml/2006/main">
            <a:r>
              <a:t>NGUỒN DỮ KIỆN</a:t>
            </a:r>
          </a:p>
          <a:p xmlns:a="http://schemas.openxmlformats.org/drawingml/2006/main">
            <a:r>
              <a:t>Website chính thức THPT Xuân Mai. Không công bố ngày chụp ảnh giới thiệu.</a:t>
            </a:r>
          </a:p>
          <a:p xmlns:a="http://schemas.openxmlformats.org/drawingml/2006/main">
            <a:r>
              <a:t>https://thptxuanmai.edu.vn/</a:t>
            </a:r>
          </a:p>
          <a:p xmlns:a="http://schemas.openxmlformats.org/drawingml/2006/main">
            <a:r>
              <a:t/>
            </a:r>
          </a:p>
          <a:p xmlns:a="http://schemas.openxmlformats.org/drawingml/2006/main">
            <a:r>
              <a:t>Báo cáo công khai năm học 2025–2026. 28/06/2025.</a:t>
            </a:r>
          </a:p>
          <a:p xmlns:a="http://schemas.openxmlformats.org/drawingml/2006/main">
            <a:r>
              <a:t>https://thptxuanmai.edu.vn/uploads/plugin/file/241/cong-khai-theo-thong-t-09-c-a-tr-ng-thpt-xuan-mai.pdf</a:t>
            </a:r>
          </a:p>
          <a:p xmlns:a="http://schemas.openxmlformats.org/drawingml/2006/main">
            <a:r>
              <a:t/>
            </a:r>
          </a:p>
          <a:p xmlns:a="http://schemas.openxmlformats.org/drawingml/2006/main">
            <a:r>
              <a:t>Lịch sử hình thành và phát triển. Không có ngày đăng hiển thị.</a:t>
            </a:r>
          </a:p>
          <a:p xmlns:a="http://schemas.openxmlformats.org/drawingml/2006/main">
            <a:r>
              <a:t>https://thptxuanmai.edu.vn/lich-su-hinh-thanh-va-phat-trien-cua-truong-thpt-xuan-mai.html</a:t>
            </a:r>
          </a:p>
          <a:p xmlns:a="http://schemas.openxmlformats.org/drawingml/2006/main">
            <a:r>
              <a:t/>
            </a:r>
          </a:p>
          <a:p xmlns:a="http://schemas.openxmlformats.org/drawingml/2006/main">
            <a:r>
              <a:t>Tọa đàm giáo dục STEM. Sự kiện 25/10/2025.</a:t>
            </a:r>
          </a:p>
          <a:p xmlns:a="http://schemas.openxmlformats.org/drawingml/2006/main">
            <a:r>
              <a:t>https://thptxuanmai.edu.vn/truong-thpt-xuan-mai-to-chuc-toa-dam-giao-duc-stem-trung-hoc-pho-thong-thach-thuc-va-co-hoi.html</a:t>
            </a:r>
          </a:p>
          <a:p xmlns:a="http://schemas.openxmlformats.org/drawingml/2006/main">
            <a:r>
              <a:t/>
            </a:r>
          </a:p>
          <a:p xmlns:a="http://schemas.openxmlformats.org/drawingml/2006/main">
            <a:r>
              <a:t>Sở GD&amp;ĐT Hà Nội: hướng dẫn tuyển sinh 2026–2027. 25/03/2026.</a:t>
            </a:r>
          </a:p>
          <a:p xmlns:a="http://schemas.openxmlformats.org/drawingml/2006/main">
            <a:r>
              <a:t>https://hanoi.edu.vn/phong-quan-ly-thi-va-kdcl/ha-noi-ban-hanh-huong-dan-tuyen-sinh-vao-lop-10-trung-hoc-pho-thong-nam-hoc-202/ctfull/552/16863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4a3514931f4e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05653f342d47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f45dc4a7e242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c10db546404a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bbc4246c9a4d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e9a8b3496d4f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83863F-80FB-47BF-928A-EE90010854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E13B6D-7F2B-47E7-8806-B1B95572CF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D20DDBF-814E-46E3-B786-878BA075E0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7A20E8-67E9-4779-A55A-F6C82F634C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F216A9-A7E3-4C24-8D28-D25B473EF2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E1823E-3358-4443-AAC8-8CB5230CBE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58827B-D215-42D1-937E-C426BDA883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C116ED-8EDC-4211-8157-7B83FB2290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3D429F-EEFE-466C-BAD2-CB177BFEDF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0ADE08-A657-4C84-A1B8-509CC5D46B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6d847e3a9a44aa" /><Relationship Type="http://schemas.openxmlformats.org/officeDocument/2006/relationships/slideLayout" Target="/ppt/slideLayouts/slideLayout1.xml" Id="R8ead6120679649e4" /><Relationship Type="http://schemas.openxmlformats.org/officeDocument/2006/relationships/slideLayout" Target="/ppt/slideLayouts/slideLayout2.xml" Id="Rb1f6a714818440b5" /><Relationship Type="http://schemas.openxmlformats.org/officeDocument/2006/relationships/slideLayout" Target="/ppt/slideLayouts/slideLayout3.xml" Id="R521fa9342dad499f" /><Relationship Type="http://schemas.openxmlformats.org/officeDocument/2006/relationships/slideLayout" Target="/ppt/slideLayouts/slideLayout4.xml" Id="R584d7356a84b4b7b" /><Relationship Type="http://schemas.openxmlformats.org/officeDocument/2006/relationships/slideLayout" Target="/ppt/slideLayouts/slideLayout5.xml" Id="R9ee3ec91af7c4f92" /><Relationship Type="http://schemas.openxmlformats.org/officeDocument/2006/relationships/slideLayout" Target="/ppt/slideLayouts/slideLayout6.xml" Id="Ra84264e215da4d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ad6120679649e4"/>
    <p:sldLayoutId xmlns:r="http://schemas.openxmlformats.org/officeDocument/2006/relationships" id="2147483650" r:id="Rb1f6a714818440b5"/>
    <p:sldLayoutId xmlns:r="http://schemas.openxmlformats.org/officeDocument/2006/relationships" id="2147483651" r:id="R521fa9342dad499f"/>
    <p:sldLayoutId xmlns:r="http://schemas.openxmlformats.org/officeDocument/2006/relationships" id="2147483652" r:id="R584d7356a84b4b7b"/>
    <p:sldLayoutId xmlns:r="http://schemas.openxmlformats.org/officeDocument/2006/relationships" id="2147483653" r:id="R9ee3ec91af7c4f92"/>
    <p:sldLayoutId xmlns:r="http://schemas.openxmlformats.org/officeDocument/2006/relationships" id="2147483654" r:id="Ra84264e215da4d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Xuân Mai">
      <a:dk1>
        <a:srgbClr val="102A43"/>
      </a:dk1>
      <a:lt1>
        <a:srgbClr val="F7FAFC"/>
      </a:lt1>
      <a:dk2>
        <a:srgbClr val="102A43"/>
      </a:dk2>
      <a:lt2>
        <a:srgbClr val="EAF2FB"/>
      </a:lt2>
      <a:accent1>
        <a:srgbClr val="2F80ED"/>
      </a:accent1>
      <a:accent2>
        <a:srgbClr val="F2B84B"/>
      </a:accent2>
      <a:accent3>
        <a:srgbClr val="196B24"/>
      </a:accent3>
      <a:accent4>
        <a:srgbClr val="0F9ED5"/>
      </a:accent4>
      <a:accent5>
        <a:srgbClr val="A02B93"/>
      </a:accent5>
      <a:accent6>
        <a:srgbClr val="4EA72E"/>
      </a:accent6>
      <a:hlink>
        <a:srgbClr val="F2B84B"/>
      </a:hlink>
      <a:folHlink>
        <a:srgbClr val="F2B84B"/>
      </a:folHlink>
    </a:clrScheme>
    <a:fontScheme name="Noto Sans">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c4f0caee6c45d7" /><Relationship Type="http://schemas.openxmlformats.org/officeDocument/2006/relationships/image" Target="/ppt/media/image.jpeg" Id="R0e6c6602e63e45b4" /><Relationship Type="http://schemas.openxmlformats.org/officeDocument/2006/relationships/image" Target="/ppt/media/image2.jpeg" Id="Ra92f66e035694362" /><Relationship Type="http://schemas.openxmlformats.org/officeDocument/2006/relationships/notesSlide" Target="/ppt/notesSlides/notesSlide1.xml" Id="Rf47a2dfab94946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9a74ab14e24daf" /><Relationship Type="http://schemas.openxmlformats.org/officeDocument/2006/relationships/notesSlide" Target="/ppt/notesSlides/notesSlide2.xml" Id="R8ecad188a6e847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5e0d1029af41bd" /><Relationship Type="http://schemas.openxmlformats.org/officeDocument/2006/relationships/image" Target="/ppt/media/image3.jpeg" Id="R0dde96c8a38b4741" /><Relationship Type="http://schemas.openxmlformats.org/officeDocument/2006/relationships/notesSlide" Target="/ppt/notesSlides/notesSlide3.xml" Id="R07da457924fe47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0db045813d4a3b" /><Relationship Type="http://schemas.openxmlformats.org/officeDocument/2006/relationships/notesSlide" Target="/ppt/notesSlides/notesSlide4.xml" Id="R0349ab747ee84c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e1e4fc87fb4f17" /><Relationship Type="http://schemas.openxmlformats.org/officeDocument/2006/relationships/image" Target="/ppt/media/image4.jpeg" Id="Ra6389ab0fd304225" /><Relationship Type="http://schemas.openxmlformats.org/officeDocument/2006/relationships/notesSlide" Target="/ppt/notesSlides/notesSlide5.xml" Id="R4e6a96c147db4b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eff355b9ef4637" /><Relationship Type="http://schemas.openxmlformats.org/officeDocument/2006/relationships/image" Target="/ppt/media/image5.jpeg" Id="Rdcffda35ac4f436c" /><Relationship Type="http://schemas.openxmlformats.org/officeDocument/2006/relationships/image" Target="/ppt/media/image6.jpeg" Id="R5fbd8ec888a149b1" /><Relationship Type="http://schemas.openxmlformats.org/officeDocument/2006/relationships/notesSlide" Target="/ppt/notesSlides/notesSlide6.xml" Id="Rd4672f8ffe484c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4b8dcce98f4802" /><Relationship Type="http://schemas.openxmlformats.org/officeDocument/2006/relationships/notesSlide" Target="/ppt/notesSlides/notesSlide7.xml" Id="R55c9203f10ed4d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4477f219424997" /><Relationship Type="http://schemas.openxmlformats.org/officeDocument/2006/relationships/notesSlide" Target="/ppt/notesSlides/notesSlide8.xml" Id="R922de82fe6cb4e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07bef91a7441e6" /><Relationship Type="http://schemas.openxmlformats.org/officeDocument/2006/relationships/notesSlide" Target="/ppt/notesSlides/notesSlide9.xml" Id="R4f9d30a69b1847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7748e1370c4f1b" /><Relationship Type="http://schemas.openxmlformats.org/officeDocument/2006/relationships/image" Target="/ppt/media/image7.jpeg" Id="Rf924a5f3c34c4fd4" /><Relationship Type="http://schemas.openxmlformats.org/officeDocument/2006/relationships/notesSlide" Target="/ppt/notesSlides/notesSlide10.xml" Id="Rf7b13027c4904a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d957802e45f45bb" /><Relationship Type="http://schemas.openxmlformats.org/officeDocument/2006/relationships/image" Target="/ppt/media/image8.jpeg" Id="R8bcfc6a625294ef0" /><Relationship Type="http://schemas.openxmlformats.org/officeDocument/2006/relationships/notesSlide" Target="/ppt/notesSlides/notesSlide11.xml" Id="R999638c36d2348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9419bc5f214963" /><Relationship Type="http://schemas.openxmlformats.org/officeDocument/2006/relationships/image" Target="/ppt/media/image9.jpeg" Id="R1ca2b655173d4872" /><Relationship Type="http://schemas.openxmlformats.org/officeDocument/2006/relationships/notesSlide" Target="/ppt/notesSlides/notesSlide12.xml" Id="R90796499c05548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499a8b96d44157" /><Relationship Type="http://schemas.openxmlformats.org/officeDocument/2006/relationships/image" Target="/ppt/media/image10.jpeg" Id="R80d5b1d8eed24246" /><Relationship Type="http://schemas.openxmlformats.org/officeDocument/2006/relationships/notesSlide" Target="/ppt/notesSlides/notesSlide13.xml" Id="Rf2c06f1c9e6b42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3883f174c3748c8" /><Relationship Type="http://schemas.openxmlformats.org/officeDocument/2006/relationships/image" Target="/ppt/media/image11.jpeg" Id="R089c1e2182624599" /><Relationship Type="http://schemas.openxmlformats.org/officeDocument/2006/relationships/notesSlide" Target="/ppt/notesSlides/notesSlide14.xml" Id="R0f2e4e5dc9c540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0f411dc95f424d" /><Relationship Type="http://schemas.openxmlformats.org/officeDocument/2006/relationships/notesSlide" Target="/ppt/notesSlides/notesSlide15.xml" Id="Re7b8173b38f24d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351075f22247a0" /><Relationship Type="http://schemas.openxmlformats.org/officeDocument/2006/relationships/notesSlide" Target="/ppt/notesSlides/notesSlide16.xml" Id="R6d82197e35ef4a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79ab876032e4dc4" /><Relationship Type="http://schemas.openxmlformats.org/officeDocument/2006/relationships/notesSlide" Target="/ppt/notesSlides/notesSlide17.xml" Id="R307642d325e144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0ee881d084b440a" /><Relationship Type="http://schemas.openxmlformats.org/officeDocument/2006/relationships/notesSlide" Target="/ppt/notesSlides/notesSlide18.xml" Id="R99fa9d7dde384e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c1f65b22fc64ae9" /><Relationship Type="http://schemas.openxmlformats.org/officeDocument/2006/relationships/notesSlide" Target="/ppt/notesSlides/notesSlide19.xml" Id="R5aa7b1f9b2d34f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94dd01d1e7d498d" /><Relationship Type="http://schemas.openxmlformats.org/officeDocument/2006/relationships/hyperlink" Target="https://thptxuanmai.edu.vn/" TargetMode="External" Id="R6c9c9e5609434d7a" /><Relationship Type="http://schemas.openxmlformats.org/officeDocument/2006/relationships/notesSlide" Target="/ppt/notesSlides/notesSlide20.xml" Id="R543c2bfc08ce4b66" /></Relationships>
</file>

<file path=ppt/slides/slide1.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s1-cover-line">
            <a:extLst xmlns:a="http://schemas.openxmlformats.org/drawingml/2006/main">
              <a:ext uri="{FF2B5EF4-FFF2-40B4-BE49-F238E27FC236}">
                <a16:creationId xmlns:a16="http://schemas.microsoft.com/office/drawing/2014/main" id="{EA767D3B-5415-4181-B448-18A3627B0C2D}"/>
              </a:ext>
            </a:extLst>
          </p:cNvPr>
          <p:cNvSpPr>
            <a:spLocks xmlns:a="http://schemas.openxmlformats.org/drawingml/2006/main" noGrp="1"/>
          </p:cNvSpPr>
          <p:nvPr/>
        </p:nvSpPr>
        <p:spPr>
          <a:xfrm xmlns:a="http://schemas.openxmlformats.org/drawingml/2006/main">
            <a:off x="685800" y="590550"/>
            <a:ext cx="68580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kicker">
            <a:extLst xmlns:a="http://schemas.openxmlformats.org/drawingml/2006/main">
              <a:ext uri="{FF2B5EF4-FFF2-40B4-BE49-F238E27FC236}">
                <a16:creationId xmlns:a16="http://schemas.microsoft.com/office/drawing/2014/main" id="{D44E4127-788F-4E7E-A917-D6A6E6D76C2A}"/>
              </a:ext>
            </a:extLst>
          </p:cNvPr>
          <p:cNvSpPr>
            <a:spLocks xmlns:a="http://schemas.openxmlformats.org/drawingml/2006/main" noGrp="1"/>
          </p:cNvSpPr>
          <p:nvPr/>
        </p:nvSpPr>
        <p:spPr>
          <a:xfrm xmlns:a="http://schemas.openxmlformats.org/drawingml/2006/main">
            <a:off x="685800" y="8001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1">
                <a:solidFill>
                  <a:srgbClr val="F2B84B"/>
                </a:solidFill>
                <a:latin typeface="Noto Sans"/>
                <a:ea typeface="Noto Sans"/>
                <a:cs typeface="Noto Sans"/>
              </a:defRPr>
            </a:defPPr>
          </a:lstStyle>
          <a:p xmlns:a="http://schemas.openxmlformats.org/drawingml/2006/main">
            <a:pPr algn="l">
              <a:lnSpc>
                <a:spcPct val="112000"/>
              </a:lnSpc>
              <a:buNone/>
              <a:defRPr sz="1425" b="1">
                <a:solidFill>
                  <a:srgbClr val="F2B84B"/>
                </a:solidFill>
                <a:latin typeface="Noto Sans"/>
                <a:ea typeface="Noto Sans"/>
                <a:cs typeface="Noto Sans"/>
              </a:defRPr>
            </a:pPr>
            <a:r>
              <a:rPr sz="1425" b="1">
                <a:solidFill>
                  <a:srgbClr val="F2B84B"/>
                </a:solidFill>
                <a:latin typeface="Noto Sans"/>
                <a:ea typeface="Noto Sans"/>
                <a:cs typeface="Noto Sans"/>
              </a:rPr>
              <a:t>BÀI THUYẾT TRÌNH TIN HỌC</a:t>
            </a:r>
          </a:p>
        </p:txBody>
      </p:sp>
      <p:sp>
        <p:nvSpPr>
          <p:cNvPr id="3" name="s1-title">
            <a:extLst xmlns:a="http://schemas.openxmlformats.org/drawingml/2006/main">
              <a:ext uri="{FF2B5EF4-FFF2-40B4-BE49-F238E27FC236}">
                <a16:creationId xmlns:a16="http://schemas.microsoft.com/office/drawing/2014/main" id="{E85B7F64-8745-44BA-A03F-CE9091880464}"/>
              </a:ext>
            </a:extLst>
          </p:cNvPr>
          <p:cNvSpPr>
            <a:spLocks xmlns:a="http://schemas.openxmlformats.org/drawingml/2006/main" noGrp="1"/>
          </p:cNvSpPr>
          <p:nvPr/>
        </p:nvSpPr>
        <p:spPr>
          <a:xfrm xmlns:a="http://schemas.openxmlformats.org/drawingml/2006/main">
            <a:off x="685800" y="1400175"/>
            <a:ext cx="4895850"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350" b="1">
                <a:solidFill>
                  <a:srgbClr val="F7FAFC"/>
                </a:solidFill>
                <a:latin typeface="Noto Sans"/>
                <a:ea typeface="Noto Sans"/>
                <a:cs typeface="Noto Sans"/>
              </a:defRPr>
            </a:defPPr>
          </a:lstStyle>
          <a:p xmlns:a="http://schemas.openxmlformats.org/drawingml/2006/main">
            <a:pPr algn="l">
              <a:lnSpc>
                <a:spcPct val="112000"/>
              </a:lnSpc>
              <a:buNone/>
              <a:defRPr sz="4350" b="1">
                <a:solidFill>
                  <a:srgbClr val="F7FAFC"/>
                </a:solidFill>
                <a:latin typeface="Noto Sans"/>
                <a:ea typeface="Noto Sans"/>
                <a:cs typeface="Noto Sans"/>
              </a:defRPr>
            </a:pPr>
            <a:r>
              <a:rPr sz="4350" b="1">
                <a:solidFill>
                  <a:srgbClr val="F7FAFC"/>
                </a:solidFill>
                <a:latin typeface="Noto Sans"/>
                <a:ea typeface="Noto Sans"/>
                <a:cs typeface="Noto Sans"/>
              </a:rPr>
              <a:t>TRƯỜNG CẤP 3</a:t>
            </a:r>
          </a:p>
          <a:p xmlns:a="http://schemas.openxmlformats.org/drawingml/2006/main">
            <a:pPr algn="l">
              <a:lnSpc>
                <a:spcPct val="112000"/>
              </a:lnSpc>
              <a:buNone/>
              <a:defRPr sz="4350" b="1">
                <a:solidFill>
                  <a:srgbClr val="F7FAFC"/>
                </a:solidFill>
                <a:latin typeface="Noto Sans"/>
                <a:ea typeface="Noto Sans"/>
                <a:cs typeface="Noto Sans"/>
              </a:defRPr>
            </a:pPr>
            <a:r>
              <a:rPr sz="4350" b="1">
                <a:solidFill>
                  <a:srgbClr val="F7FAFC"/>
                </a:solidFill>
                <a:latin typeface="Noto Sans"/>
                <a:ea typeface="Noto Sans"/>
                <a:cs typeface="Noto Sans"/>
              </a:rPr>
              <a:t>MÀ EM</a:t>
            </a:r>
          </a:p>
          <a:p xmlns:a="http://schemas.openxmlformats.org/drawingml/2006/main">
            <a:pPr algn="l">
              <a:lnSpc>
                <a:spcPct val="112000"/>
              </a:lnSpc>
              <a:buNone/>
              <a:defRPr sz="4350" b="1">
                <a:solidFill>
                  <a:srgbClr val="F7FAFC"/>
                </a:solidFill>
                <a:latin typeface="Noto Sans"/>
                <a:ea typeface="Noto Sans"/>
                <a:cs typeface="Noto Sans"/>
              </a:defRPr>
            </a:pPr>
            <a:r>
              <a:rPr sz="4350" b="1">
                <a:solidFill>
                  <a:srgbClr val="F7FAFC"/>
                </a:solidFill>
                <a:latin typeface="Noto Sans"/>
                <a:ea typeface="Noto Sans"/>
                <a:cs typeface="Noto Sans"/>
              </a:rPr>
              <a:t>SẮP HỌC</a:t>
            </a:r>
          </a:p>
        </p:txBody>
      </p:sp>
      <p:sp>
        <p:nvSpPr>
          <p:cNvPr id="4" name="s1-target-prefix">
            <a:extLst xmlns:a="http://schemas.openxmlformats.org/drawingml/2006/main">
              <a:ext uri="{FF2B5EF4-FFF2-40B4-BE49-F238E27FC236}">
                <a16:creationId xmlns:a16="http://schemas.microsoft.com/office/drawing/2014/main" id="{6021A6BC-79F1-4E25-A270-C9FF21515224}"/>
              </a:ext>
            </a:extLst>
          </p:cNvPr>
          <p:cNvSpPr>
            <a:spLocks xmlns:a="http://schemas.openxmlformats.org/drawingml/2006/main" noGrp="1"/>
          </p:cNvSpPr>
          <p:nvPr/>
        </p:nvSpPr>
        <p:spPr>
          <a:xfrm xmlns:a="http://schemas.openxmlformats.org/drawingml/2006/main">
            <a:off x="685800" y="3724275"/>
            <a:ext cx="461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B7C8D8"/>
                </a:solidFill>
                <a:latin typeface="Noto Sans"/>
                <a:ea typeface="Noto Sans"/>
                <a:cs typeface="Noto Sans"/>
              </a:defRPr>
            </a:defPPr>
          </a:lstStyle>
          <a:p xmlns:a="http://schemas.openxmlformats.org/drawingml/2006/main">
            <a:pPr algn="l">
              <a:lnSpc>
                <a:spcPct val="112000"/>
              </a:lnSpc>
              <a:buNone/>
              <a:defRPr sz="1800" b="0">
                <a:solidFill>
                  <a:srgbClr val="B7C8D8"/>
                </a:solidFill>
                <a:latin typeface="Noto Sans"/>
                <a:ea typeface="Noto Sans"/>
                <a:cs typeface="Noto Sans"/>
              </a:defRPr>
            </a:pPr>
            <a:r>
              <a:rPr sz="1800" b="0">
                <a:solidFill>
                  <a:srgbClr val="B7C8D8"/>
                </a:solidFill>
                <a:latin typeface="Noto Sans"/>
                <a:ea typeface="Noto Sans"/>
                <a:cs typeface="Noto Sans"/>
              </a:rPr>
              <a:t>Mục tiêu của em:</a:t>
            </a:r>
          </a:p>
        </p:txBody>
      </p:sp>
      <p:sp>
        <p:nvSpPr>
          <p:cNvPr id="5" name="!!goal-school">
            <a:extLst xmlns:a="http://schemas.openxmlformats.org/drawingml/2006/main">
              <a:ext uri="{FF2B5EF4-FFF2-40B4-BE49-F238E27FC236}">
                <a16:creationId xmlns:a16="http://schemas.microsoft.com/office/drawing/2014/main" id="{54705987-DE73-4D5B-AB0E-E5B0A68F5E76}"/>
              </a:ext>
            </a:extLst>
          </p:cNvPr>
          <p:cNvSpPr>
            <a:spLocks xmlns:a="http://schemas.openxmlformats.org/drawingml/2006/main" noGrp="1"/>
          </p:cNvSpPr>
          <p:nvPr/>
        </p:nvSpPr>
        <p:spPr>
          <a:xfrm xmlns:a="http://schemas.openxmlformats.org/drawingml/2006/main">
            <a:off x="685800" y="40957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000" b="1">
                <a:solidFill>
                  <a:srgbClr val="F2B84B"/>
                </a:solidFill>
                <a:latin typeface="Noto Sans"/>
                <a:ea typeface="Noto Sans"/>
                <a:cs typeface="Noto Sans"/>
              </a:defRPr>
            </a:defPPr>
          </a:lstStyle>
          <a:p xmlns:a="http://schemas.openxmlformats.org/drawingml/2006/main">
            <a:pPr algn="l">
              <a:lnSpc>
                <a:spcPct val="112000"/>
              </a:lnSpc>
              <a:buNone/>
              <a:defRPr sz="3000" b="1">
                <a:solidFill>
                  <a:srgbClr val="F2B84B"/>
                </a:solidFill>
                <a:latin typeface="Noto Sans"/>
                <a:ea typeface="Noto Sans"/>
                <a:cs typeface="Noto Sans"/>
              </a:defRPr>
            </a:pPr>
            <a:r>
              <a:rPr sz="3000" b="1">
                <a:solidFill>
                  <a:srgbClr val="F2B84B"/>
                </a:solidFill>
                <a:latin typeface="Noto Sans"/>
                <a:ea typeface="Noto Sans"/>
                <a:cs typeface="Noto Sans"/>
              </a:rPr>
              <a:t>THPT XUÂN MAI</a:t>
            </a:r>
          </a:p>
        </p:txBody>
      </p:sp>
      <p:sp>
        <p:nvSpPr>
          <p:cNvPr id="6" name="s1-author">
            <a:extLst xmlns:a="http://schemas.openxmlformats.org/drawingml/2006/main">
              <a:ext uri="{FF2B5EF4-FFF2-40B4-BE49-F238E27FC236}">
                <a16:creationId xmlns:a16="http://schemas.microsoft.com/office/drawing/2014/main" id="{093EEF25-5E83-4D57-84D0-C65D00467B8A}"/>
              </a:ext>
            </a:extLst>
          </p:cNvPr>
          <p:cNvSpPr>
            <a:spLocks xmlns:a="http://schemas.openxmlformats.org/drawingml/2006/main" noGrp="1"/>
          </p:cNvSpPr>
          <p:nvPr/>
        </p:nvSpPr>
        <p:spPr>
          <a:xfrm xmlns:a="http://schemas.openxmlformats.org/drawingml/2006/main">
            <a:off x="685800" y="5105400"/>
            <a:ext cx="468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F7FAFC"/>
                </a:solidFill>
                <a:latin typeface="Noto Sans"/>
                <a:ea typeface="Noto Sans"/>
                <a:cs typeface="Noto Sans"/>
              </a:defRPr>
            </a:defPPr>
          </a:lstStyle>
          <a:p xmlns:a="http://schemas.openxmlformats.org/drawingml/2006/main">
            <a:pPr algn="l">
              <a:lnSpc>
                <a:spcPct val="112000"/>
              </a:lnSpc>
              <a:buNone/>
              <a:defRPr sz="1800" b="0">
                <a:solidFill>
                  <a:srgbClr val="F7FAFC"/>
                </a:solidFill>
                <a:latin typeface="Noto Sans"/>
                <a:ea typeface="Noto Sans"/>
                <a:cs typeface="Noto Sans"/>
              </a:defRPr>
            </a:pPr>
            <a:r>
              <a:rPr sz="1800" b="0">
                <a:solidFill>
                  <a:srgbClr val="F7FAFC"/>
                </a:solidFill>
                <a:latin typeface="Noto Sans"/>
                <a:ea typeface="Noto Sans"/>
                <a:cs typeface="Noto Sans"/>
              </a:rPr>
              <a:t>[Họ và tên]  ·  [Lớp]</a:t>
            </a:r>
          </a:p>
        </p:txBody>
      </p:sp>
      <p:sp>
        <p:nvSpPr>
          <p:cNvPr id="7" name="s1-current-school">
            <a:extLst xmlns:a="http://schemas.openxmlformats.org/drawingml/2006/main">
              <a:ext uri="{FF2B5EF4-FFF2-40B4-BE49-F238E27FC236}">
                <a16:creationId xmlns:a16="http://schemas.microsoft.com/office/drawing/2014/main" id="{265A2FED-91DF-4E81-B0A8-FF4A4159A16F}"/>
              </a:ext>
            </a:extLst>
          </p:cNvPr>
          <p:cNvSpPr>
            <a:spLocks xmlns:a="http://schemas.openxmlformats.org/drawingml/2006/main" noGrp="1"/>
          </p:cNvSpPr>
          <p:nvPr/>
        </p:nvSpPr>
        <p:spPr>
          <a:xfrm xmlns:a="http://schemas.openxmlformats.org/drawingml/2006/main">
            <a:off x="685800" y="5524500"/>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B7C8D8"/>
                </a:solidFill>
                <a:latin typeface="Noto Sans"/>
                <a:ea typeface="Noto Sans"/>
                <a:cs typeface="Noto Sans"/>
              </a:defRPr>
            </a:defPPr>
          </a:lstStyle>
          <a:p xmlns:a="http://schemas.openxmlformats.org/drawingml/2006/main">
            <a:pPr algn="l">
              <a:lnSpc>
                <a:spcPct val="112000"/>
              </a:lnSpc>
              <a:buNone/>
              <a:defRPr sz="1575" b="0">
                <a:solidFill>
                  <a:srgbClr val="B7C8D8"/>
                </a:solidFill>
                <a:latin typeface="Noto Sans"/>
                <a:ea typeface="Noto Sans"/>
                <a:cs typeface="Noto Sans"/>
              </a:defRPr>
            </a:pPr>
            <a:r>
              <a:rPr sz="1575" b="0">
                <a:solidFill>
                  <a:srgbClr val="B7C8D8"/>
                </a:solidFill>
                <a:latin typeface="Noto Sans"/>
                <a:ea typeface="Noto Sans"/>
                <a:cs typeface="Noto Sans"/>
              </a:rPr>
              <a:t>THCS Tân Tiến – Phân hiệu 2</a:t>
            </a:r>
          </a:p>
        </p:txBody>
      </p:sp>
      <p:pic>
        <p:nvPicPr>
          <p:cNvPr id="8" name="s1-hero" descr="Cổng trường và tập thể trong ảnh giới thiệu trên website THPT Xuân Mai, không công bố ngày chụp">
            <a:extLst xmlns:a="http://schemas.openxmlformats.org/drawingml/2006/main">
              <a:ext uri="{FF2B5EF4-FFF2-40B4-BE49-F238E27FC236}">
                <a16:creationId xmlns:a16="http://schemas.microsoft.com/office/drawing/2014/main" id="{6A4CBA8B-C606-4309-A0B7-FDC64678C1F2}"/>
              </a:ext>
            </a:extLst>
          </p:cNvPr>
          <p:cNvPicPr>
            <a:picLocks xmlns:a="http://schemas.openxmlformats.org/drawingml/2006/main" noChangeAspect="1"/>
          </p:cNvPicPr>
          <p:nvPr/>
        </p:nvPicPr>
        <p:blipFill>
          <a:blip xmlns:r="http://schemas.openxmlformats.org/officeDocument/2006/relationships" xmlns:a="http://schemas.openxmlformats.org/drawingml/2006/main" r:embed="R0e6c6602e63e45b4"/>
          <a:stretch xmlns:a="http://schemas.openxmlformats.org/drawingml/2006/main"/>
        </p:blipFill>
        <p:spPr>
          <a:xfrm xmlns:a="http://schemas.openxmlformats.org/drawingml/2006/main">
            <a:off x="5946660" y="1638300"/>
            <a:ext cx="5556480" cy="3705225"/>
          </a:xfrm>
          <a:prstGeom xmlns:a="http://schemas.openxmlformats.org/drawingml/2006/main" prst="rect">
            <a:avLst/>
          </a:prstGeom>
        </p:spPr>
      </p:pic>
      <p:pic>
        <p:nvPicPr>
          <p:cNvPr id="9" name="s1-logo" descr="Logo chính thức THPT Xuân Mai từ website nhà trường">
            <a:extLst xmlns:a="http://schemas.openxmlformats.org/drawingml/2006/main">
              <a:ext uri="{FF2B5EF4-FFF2-40B4-BE49-F238E27FC236}">
                <a16:creationId xmlns:a16="http://schemas.microsoft.com/office/drawing/2014/main" id="{0A0BBB6C-5983-4886-9C4F-C5C5F7C92EE7}"/>
              </a:ext>
            </a:extLst>
          </p:cNvPr>
          <p:cNvPicPr>
            <a:picLocks xmlns:a="http://schemas.openxmlformats.org/drawingml/2006/main" noChangeAspect="1"/>
          </p:cNvPicPr>
          <p:nvPr/>
        </p:nvPicPr>
        <p:blipFill>
          <a:blip xmlns:r="http://schemas.openxmlformats.org/officeDocument/2006/relationships" xmlns:a="http://schemas.openxmlformats.org/drawingml/2006/main" r:embed="Ra92f66e035694362"/>
          <a:stretch xmlns:a="http://schemas.openxmlformats.org/drawingml/2006/main"/>
        </p:blipFill>
        <p:spPr>
          <a:xfrm xmlns:a="http://schemas.openxmlformats.org/drawingml/2006/main">
            <a:off x="10629900" y="542925"/>
            <a:ext cx="838200" cy="838200"/>
          </a:xfrm>
          <a:prstGeom xmlns:a="http://schemas.openxmlformats.org/drawingml/2006/main" prst="rect">
            <a:avLst/>
          </a:prstGeom>
        </p:spPr>
      </p:pic>
      <p:sp>
        <p:nvSpPr>
          <p:cNvPr id="10" name="s1-image-credit">
            <a:extLst xmlns:a="http://schemas.openxmlformats.org/drawingml/2006/main">
              <a:ext uri="{FF2B5EF4-FFF2-40B4-BE49-F238E27FC236}">
                <a16:creationId xmlns:a16="http://schemas.microsoft.com/office/drawing/2014/main" id="{B0752938-AE3A-4B19-9BA1-2CB9392EF61A}"/>
              </a:ext>
            </a:extLst>
          </p:cNvPr>
          <p:cNvSpPr>
            <a:spLocks xmlns:a="http://schemas.openxmlformats.org/drawingml/2006/main" noGrp="1"/>
          </p:cNvSpPr>
          <p:nvPr/>
        </p:nvSpPr>
        <p:spPr>
          <a:xfrm xmlns:a="http://schemas.openxmlformats.org/drawingml/2006/main">
            <a:off x="5943600" y="5581650"/>
            <a:ext cx="556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a:solidFill>
                  <a:srgbClr val="B7C8D8"/>
                </a:solidFill>
                <a:latin typeface="Noto Sans"/>
                <a:ea typeface="Noto Sans"/>
                <a:cs typeface="Noto Sans"/>
              </a:defRPr>
            </a:defPPr>
          </a:lstStyle>
          <a:p xmlns:a="http://schemas.openxmlformats.org/drawingml/2006/main">
            <a:pPr algn="l">
              <a:lnSpc>
                <a:spcPct val="112000"/>
              </a:lnSpc>
              <a:buNone/>
              <a:defRPr sz="1050" b="0">
                <a:solidFill>
                  <a:srgbClr val="B7C8D8"/>
                </a:solidFill>
                <a:latin typeface="Noto Sans"/>
                <a:ea typeface="Noto Sans"/>
                <a:cs typeface="Noto Sans"/>
              </a:defRPr>
            </a:pPr>
            <a:r>
              <a:rPr sz="1050" b="0">
                <a:solidFill>
                  <a:srgbClr val="B7C8D8"/>
                </a:solidFill>
                <a:latin typeface="Noto Sans"/>
                <a:ea typeface="Noto Sans"/>
                <a:cs typeface="Noto Sans"/>
              </a:rPr>
              <a:t>Ảnh giới thiệu trên website trường, không công bố ngày chụp</a:t>
            </a:r>
          </a:p>
        </p:txBody>
      </p:sp>
      <p:sp>
        <p:nvSpPr>
          <p:cNvPr id="11" name="s1-journey-0">
            <a:extLst xmlns:a="http://schemas.openxmlformats.org/drawingml/2006/main">
              <a:ext uri="{FF2B5EF4-FFF2-40B4-BE49-F238E27FC236}">
                <a16:creationId xmlns:a16="http://schemas.microsoft.com/office/drawing/2014/main" id="{9C99A34C-D46B-4F94-8E90-AC1BF71D1EAF}"/>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12" name="s1-journey-text-0">
            <a:extLst xmlns:a="http://schemas.openxmlformats.org/drawingml/2006/main">
              <a:ext uri="{FF2B5EF4-FFF2-40B4-BE49-F238E27FC236}">
                <a16:creationId xmlns:a16="http://schemas.microsoft.com/office/drawing/2014/main" id="{463FD927-4CCF-4D11-9B6D-F828D1469C80}"/>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F2B84B"/>
                </a:solidFill>
                <a:latin typeface="Noto Sans"/>
                <a:ea typeface="Noto Sans"/>
                <a:cs typeface="Noto Sans"/>
              </a:defRPr>
            </a:defPPr>
          </a:lstStyle>
          <a:p xmlns:a="http://schemas.openxmlformats.org/drawingml/2006/main">
            <a:pPr algn="l">
              <a:lnSpc>
                <a:spcPct val="112000"/>
              </a:lnSpc>
              <a:buNone/>
              <a:defRPr sz="1013" b="1">
                <a:solidFill>
                  <a:srgbClr val="F2B84B"/>
                </a:solidFill>
                <a:latin typeface="Noto Sans"/>
                <a:ea typeface="Noto Sans"/>
                <a:cs typeface="Noto Sans"/>
              </a:defRPr>
            </a:pPr>
            <a:r>
              <a:rPr sz="1013" b="1">
                <a:solidFill>
                  <a:srgbClr val="F2B84B"/>
                </a:solidFill>
                <a:latin typeface="Noto Sans"/>
                <a:ea typeface="Noto Sans"/>
                <a:cs typeface="Noto Sans"/>
              </a:rPr>
              <a:t>Xuất phát</a:t>
            </a:r>
          </a:p>
        </p:txBody>
      </p:sp>
      <p:sp>
        <p:nvSpPr>
          <p:cNvPr id="13" name="s1-journey-1">
            <a:extLst xmlns:a="http://schemas.openxmlformats.org/drawingml/2006/main">
              <a:ext uri="{FF2B5EF4-FFF2-40B4-BE49-F238E27FC236}">
                <a16:creationId xmlns:a16="http://schemas.microsoft.com/office/drawing/2014/main" id="{8F45C0E5-2A76-4F0A-B7C2-CF96D315C2E5}"/>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14" name="s1-journey-text-1">
            <a:extLst xmlns:a="http://schemas.openxmlformats.org/drawingml/2006/main">
              <a:ext uri="{FF2B5EF4-FFF2-40B4-BE49-F238E27FC236}">
                <a16:creationId xmlns:a16="http://schemas.microsoft.com/office/drawing/2014/main" id="{4E1DF57E-839E-4C61-A075-E35A762F7664}"/>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Tìm hiểu</a:t>
            </a:r>
          </a:p>
        </p:txBody>
      </p:sp>
      <p:sp>
        <p:nvSpPr>
          <p:cNvPr id="15" name="s1-journey-2">
            <a:extLst xmlns:a="http://schemas.openxmlformats.org/drawingml/2006/main">
              <a:ext uri="{FF2B5EF4-FFF2-40B4-BE49-F238E27FC236}">
                <a16:creationId xmlns:a16="http://schemas.microsoft.com/office/drawing/2014/main" id="{B608DC77-A506-4EB2-8941-7A50618C43DF}"/>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16" name="s1-journey-text-2">
            <a:extLst xmlns:a="http://schemas.openxmlformats.org/drawingml/2006/main">
              <a:ext uri="{FF2B5EF4-FFF2-40B4-BE49-F238E27FC236}">
                <a16:creationId xmlns:a16="http://schemas.microsoft.com/office/drawing/2014/main" id="{ABDB0722-6D38-4749-BC53-CC9D5701C89F}"/>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Hình dung</a:t>
            </a:r>
          </a:p>
        </p:txBody>
      </p:sp>
      <p:sp>
        <p:nvSpPr>
          <p:cNvPr id="17" name="s1-journey-3">
            <a:extLst xmlns:a="http://schemas.openxmlformats.org/drawingml/2006/main">
              <a:ext uri="{FF2B5EF4-FFF2-40B4-BE49-F238E27FC236}">
                <a16:creationId xmlns:a16="http://schemas.microsoft.com/office/drawing/2014/main" id="{84EAD1D6-FB8A-4B9F-BE02-8DE8F572C919}"/>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18" name="s1-journey-text-3">
            <a:extLst xmlns:a="http://schemas.openxmlformats.org/drawingml/2006/main">
              <a:ext uri="{FF2B5EF4-FFF2-40B4-BE49-F238E27FC236}">
                <a16:creationId xmlns:a16="http://schemas.microsoft.com/office/drawing/2014/main" id="{FBD1DCBC-36BC-4714-86EE-5AD671E1251F}"/>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Chuẩn bị</a:t>
            </a:r>
          </a:p>
        </p:txBody>
      </p:sp>
      <p:sp>
        <p:nvSpPr>
          <p:cNvPr id="19" name="s1-page">
            <a:extLst xmlns:a="http://schemas.openxmlformats.org/drawingml/2006/main">
              <a:ext uri="{FF2B5EF4-FFF2-40B4-BE49-F238E27FC236}">
                <a16:creationId xmlns:a16="http://schemas.microsoft.com/office/drawing/2014/main" id="{54809754-7B25-4750-9BAA-0E0D544D3D74}"/>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F2B84B"/>
                </a:solidFill>
                <a:latin typeface="Noto Sans"/>
                <a:ea typeface="Noto Sans"/>
                <a:cs typeface="Noto Sans"/>
              </a:defRPr>
            </a:defPPr>
          </a:lstStyle>
          <a:p xmlns:a="http://schemas.openxmlformats.org/drawingml/2006/main">
            <a:pPr algn="r">
              <a:lnSpc>
                <a:spcPct val="112000"/>
              </a:lnSpc>
              <a:buNone/>
              <a:defRPr sz="1200" b="1">
                <a:solidFill>
                  <a:srgbClr val="F2B84B"/>
                </a:solidFill>
                <a:latin typeface="Noto Sans"/>
                <a:ea typeface="Noto Sans"/>
                <a:cs typeface="Noto Sans"/>
              </a:defRPr>
            </a:pPr>
            <a:r>
              <a:rPr sz="1200" b="1">
                <a:solidFill>
                  <a:srgbClr val="F2B84B"/>
                </a:solidFill>
                <a:latin typeface="Noto Sans"/>
                <a:ea typeface="Noto Sans"/>
                <a:cs typeface="Noto Sans"/>
              </a:rPr>
              <a:t>01</a:t>
            </a:r>
          </a:p>
        </p:txBody>
      </p:sp>
    </p:spTree>
    <p:extLst>
      <p:ext uri="{BB962C8B-B14F-4D97-AF65-F5344CB8AC3E}">
        <p14:creationId val="516308016"/>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1550" fill="hold">
                      <p:stCondLst>
                        <p:cond delay="0"/>
                      </p:stCondLst>
                      <p:childTnLst>
                        <p:par>
                          <p:cTn id="4" dur="1550" fill="hold">
                            <p:stCondLst>
                              <p:cond delay="0"/>
                            </p:stCondLst>
                            <p:childTnLst>
                              <p:par>
                                <p:cTn id="5" presetID="10" presetClass="entr" dur="800" fill="hold" grpId="0" nodeType="withEffect" presetSubtype="0">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fill="hold"/>
                                        <p:tgtEl>
                                          <p:spTgt spid="3"/>
                                        </p:tgtEl>
                                      </p:cBhvr>
                                    </p:animEffect>
                                  </p:childTnLst>
                                </p:cTn>
                              </p:par>
                              <p:par>
                                <p:cTn id="8" presetID="10" presetClass="entr" dur="700" fill="hold" grpId="0" nodeType="withEffect" presetSubtype="0">
                                  <p:stCondLst>
                                    <p:cond delay="8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fill="hold"/>
                                        <p:tgtEl>
                                          <p:spTgt spid="4"/>
                                        </p:tgtEl>
                                      </p:cBhvr>
                                    </p:animEffect>
                                  </p:childTnLst>
                                </p:cTn>
                              </p:par>
                              <p:par>
                                <p:cTn id="11" presetID="10" presetClass="entr" dur="700" fill="hold" grpId="0" nodeType="withEffect" presetSubtype="0">
                                  <p:stCondLst>
                                    <p:cond delay="8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700" fill="hold"/>
                                        <p:tgtEl>
                                          <p:spTgt spid="6"/>
                                        </p:tgtEl>
                                      </p:cBhvr>
                                    </p:animEffect>
                                  </p:childTnLst>
                                </p:cTn>
                              </p:par>
                              <p:par>
                                <p:cTn id="14" presetID="10" presetClass="entr" dur="700" fill="hold" grpId="0" nodeType="withEffect" presetSubtype="0">
                                  <p:stCondLst>
                                    <p:cond delay="8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6" grpId="0" build="allAtOnce" animBg="1"/>
      <p:bldP spid="7" grpId="0" build="allAtOnce" animBg="1"/>
    </p:bldLst>
  </p:timing>
</p:sld>
</file>

<file path=ppt/slides/slide2.xml><?xml version="1.0" encoding="utf-8"?>
<p:sld xmlns:p="http://schemas.openxmlformats.org/presentationml/2006/main" xmlns:p14="http://schemas.microsoft.com/office/powerpoint/2010/main" xmlns:mc="http://schemas.openxmlformats.org/markup-compatibility/2006" xmlns:p159="http://schemas.microsoft.com/office/powerpoint/2015/09/main" mc:Ignorable="p14 p159">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4" name="s2-header-rule">
            <a:extLst xmlns:a="http://schemas.openxmlformats.org/drawingml/2006/main">
              <a:ext uri="{FF2B5EF4-FFF2-40B4-BE49-F238E27FC236}">
                <a16:creationId xmlns:a16="http://schemas.microsoft.com/office/drawing/2014/main" id="{A015D0C6-FC47-481F-8D6F-9BD0A6C260E1}"/>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2-title">
            <a:extLst xmlns:a="http://schemas.openxmlformats.org/drawingml/2006/main">
              <a:ext uri="{FF2B5EF4-FFF2-40B4-BE49-F238E27FC236}">
                <a16:creationId xmlns:a16="http://schemas.microsoft.com/office/drawing/2014/main" id="{18021B20-CED9-41A7-B184-D4561CA79424}"/>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Từ lớp 9 đến giấc mơ lớp 10</a:t>
            </a:r>
          </a:p>
        </p:txBody>
      </p:sp>
      <p:sp>
        <p:nvSpPr>
          <p:cNvPr id="3" name="s2-opening">
            <a:extLst xmlns:a="http://schemas.openxmlformats.org/drawingml/2006/main">
              <a:ext uri="{FF2B5EF4-FFF2-40B4-BE49-F238E27FC236}">
                <a16:creationId xmlns:a16="http://schemas.microsoft.com/office/drawing/2014/main" id="{8261C564-6547-4B5A-ACEF-0BCCA38978CB}"/>
              </a:ext>
            </a:extLst>
          </p:cNvPr>
          <p:cNvSpPr>
            <a:spLocks xmlns:a="http://schemas.openxmlformats.org/drawingml/2006/main" noGrp="1"/>
          </p:cNvSpPr>
          <p:nvPr/>
        </p:nvSpPr>
        <p:spPr>
          <a:xfrm xmlns:a="http://schemas.openxmlformats.org/drawingml/2006/main">
            <a:off x="685800" y="1666875"/>
            <a:ext cx="10001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0">
                <a:solidFill>
                  <a:srgbClr val="526B7B"/>
                </a:solidFill>
                <a:latin typeface="Noto Sans"/>
                <a:ea typeface="Noto Sans"/>
                <a:cs typeface="Noto Sans"/>
              </a:defRPr>
            </a:defPPr>
          </a:lstStyle>
          <a:p xmlns:a="http://schemas.openxmlformats.org/drawingml/2006/main">
            <a:pPr algn="l">
              <a:lnSpc>
                <a:spcPct val="112000"/>
              </a:lnSpc>
              <a:buNone/>
              <a:defRPr sz="2250" b="0">
                <a:solidFill>
                  <a:srgbClr val="526B7B"/>
                </a:solidFill>
                <a:latin typeface="Noto Sans"/>
                <a:ea typeface="Noto Sans"/>
                <a:cs typeface="Noto Sans"/>
              </a:defRPr>
            </a:pPr>
            <a:r>
              <a:rPr sz="2250" b="0">
                <a:solidFill>
                  <a:srgbClr val="526B7B"/>
                </a:solidFill>
                <a:latin typeface="Noto Sans"/>
                <a:ea typeface="Noto Sans"/>
                <a:cs typeface="Noto Sans"/>
              </a:rPr>
              <a:t>Em đang ở lớp 9.</a:t>
            </a:r>
          </a:p>
          <a:p xmlns:a="http://schemas.openxmlformats.org/drawingml/2006/main">
            <a:pPr algn="l">
              <a:lnSpc>
                <a:spcPct val="112000"/>
              </a:lnSpc>
              <a:buNone/>
              <a:defRPr sz="2250" b="0">
                <a:solidFill>
                  <a:srgbClr val="526B7B"/>
                </a:solidFill>
                <a:latin typeface="Noto Sans"/>
                <a:ea typeface="Noto Sans"/>
                <a:cs typeface="Noto Sans"/>
              </a:defRPr>
            </a:pPr>
            <a:r>
              <a:rPr sz="2250" b="0">
                <a:solidFill>
                  <a:srgbClr val="526B7B"/>
                </a:solidFill>
                <a:latin typeface="Noto Sans"/>
                <a:ea typeface="Noto Sans"/>
                <a:cs typeface="Noto Sans"/>
              </a:rPr>
              <a:t>Em đang chuẩn bị cho một chặng mới.</a:t>
            </a:r>
          </a:p>
        </p:txBody>
      </p:sp>
      <p:sp>
        <p:nvSpPr>
          <p:cNvPr id="4" name="s2-now-panel">
            <a:extLst xmlns:a="http://schemas.openxmlformats.org/drawingml/2006/main">
              <a:ext uri="{FF2B5EF4-FFF2-40B4-BE49-F238E27FC236}">
                <a16:creationId xmlns:a16="http://schemas.microsoft.com/office/drawing/2014/main" id="{0606A24D-6940-4C3F-B5ED-D45A8690809C}"/>
              </a:ext>
            </a:extLst>
          </p:cNvPr>
          <p:cNvSpPr>
            <a:spLocks xmlns:a="http://schemas.openxmlformats.org/drawingml/2006/main" noGrp="1"/>
          </p:cNvSpPr>
          <p:nvPr/>
        </p:nvSpPr>
        <p:spPr>
          <a:xfrm xmlns:a="http://schemas.openxmlformats.org/drawingml/2006/main">
            <a:off x="685800" y="3000375"/>
            <a:ext cx="4629150" cy="2181225"/>
          </a:xfrm>
          <a:prstGeom xmlns:a="http://schemas.openxmlformats.org/drawingml/2006/main" prst="roundRect">
            <a:avLst>
              <a:gd name="adj" fmla="val 6987"/>
            </a:avLst>
          </a:prstGeom>
          <a:solidFill xmlns:a="http://schemas.openxmlformats.org/drawingml/2006/main">
            <a:srgbClr val="F7FAFC"/>
          </a:solidFill>
          <a:ln xmlns:a="http://schemas.openxmlformats.org/drawingml/2006/main" w="14288">
            <a:solidFill>
              <a:srgbClr val="D4E0EA"/>
            </a:solidFill>
            <a:prstDash val="solid"/>
          </a:ln>
        </p:spPr>
      </p:sp>
      <p:sp>
        <p:nvSpPr>
          <p:cNvPr id="5" name="s2-goal-panel">
            <a:extLst xmlns:a="http://schemas.openxmlformats.org/drawingml/2006/main">
              <a:ext uri="{FF2B5EF4-FFF2-40B4-BE49-F238E27FC236}">
                <a16:creationId xmlns:a16="http://schemas.microsoft.com/office/drawing/2014/main" id="{89BF80B5-C3DD-433D-9CB9-5D6370AD8348}"/>
              </a:ext>
            </a:extLst>
          </p:cNvPr>
          <p:cNvSpPr>
            <a:spLocks xmlns:a="http://schemas.openxmlformats.org/drawingml/2006/main" noGrp="1"/>
          </p:cNvSpPr>
          <p:nvPr/>
        </p:nvSpPr>
        <p:spPr>
          <a:xfrm xmlns:a="http://schemas.openxmlformats.org/drawingml/2006/main">
            <a:off x="6877050" y="3000375"/>
            <a:ext cx="4629150" cy="2181225"/>
          </a:xfrm>
          <a:prstGeom xmlns:a="http://schemas.openxmlformats.org/drawingml/2006/main" prst="roundRect">
            <a:avLst>
              <a:gd name="adj" fmla="val 6987"/>
            </a:avLst>
          </a:prstGeom>
          <a:solidFill xmlns:a="http://schemas.openxmlformats.org/drawingml/2006/main">
            <a:srgbClr val="EAF2FB"/>
          </a:solidFill>
          <a:ln xmlns:a="http://schemas.openxmlformats.org/drawingml/2006/main" w="0">
            <a:noFill/>
            <a:prstDash val="solid"/>
          </a:ln>
        </p:spPr>
      </p:sp>
      <p:sp>
        <p:nvSpPr>
          <p:cNvPr id="6" name="s2-now-label">
            <a:extLst xmlns:a="http://schemas.openxmlformats.org/drawingml/2006/main">
              <a:ext uri="{FF2B5EF4-FFF2-40B4-BE49-F238E27FC236}">
                <a16:creationId xmlns:a16="http://schemas.microsoft.com/office/drawing/2014/main" id="{EE4BDD69-5847-49F3-851B-8CEC7400A02B}"/>
              </a:ext>
            </a:extLst>
          </p:cNvPr>
          <p:cNvSpPr>
            <a:spLocks xmlns:a="http://schemas.openxmlformats.org/drawingml/2006/main" noGrp="1"/>
          </p:cNvSpPr>
          <p:nvPr/>
        </p:nvSpPr>
        <p:spPr>
          <a:xfrm xmlns:a="http://schemas.openxmlformats.org/drawingml/2006/main">
            <a:off x="971550" y="3219450"/>
            <a:ext cx="3962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1">
                <a:solidFill>
                  <a:srgbClr val="526B7B"/>
                </a:solidFill>
                <a:latin typeface="Noto Sans"/>
                <a:ea typeface="Noto Sans"/>
                <a:cs typeface="Noto Sans"/>
              </a:defRPr>
            </a:defPPr>
          </a:lstStyle>
          <a:p xmlns:a="http://schemas.openxmlformats.org/drawingml/2006/main">
            <a:pPr algn="l">
              <a:lnSpc>
                <a:spcPct val="112000"/>
              </a:lnSpc>
              <a:buNone/>
              <a:defRPr sz="1350" b="1">
                <a:solidFill>
                  <a:srgbClr val="526B7B"/>
                </a:solidFill>
                <a:latin typeface="Noto Sans"/>
                <a:ea typeface="Noto Sans"/>
                <a:cs typeface="Noto Sans"/>
              </a:defRPr>
            </a:pPr>
            <a:r>
              <a:rPr sz="1350" b="1">
                <a:solidFill>
                  <a:srgbClr val="526B7B"/>
                </a:solidFill>
                <a:latin typeface="Noto Sans"/>
                <a:ea typeface="Noto Sans"/>
                <a:cs typeface="Noto Sans"/>
              </a:rPr>
              <a:t>ĐIỂM XUẤT PHÁT</a:t>
            </a:r>
          </a:p>
        </p:txBody>
      </p:sp>
      <p:sp>
        <p:nvSpPr>
          <p:cNvPr id="7" name="s2-now-school">
            <a:extLst xmlns:a="http://schemas.openxmlformats.org/drawingml/2006/main">
              <a:ext uri="{FF2B5EF4-FFF2-40B4-BE49-F238E27FC236}">
                <a16:creationId xmlns:a16="http://schemas.microsoft.com/office/drawing/2014/main" id="{39A7FFF1-B097-4E91-991D-090B42E1E0D1}"/>
              </a:ext>
            </a:extLst>
          </p:cNvPr>
          <p:cNvSpPr>
            <a:spLocks xmlns:a="http://schemas.openxmlformats.org/drawingml/2006/main" noGrp="1"/>
          </p:cNvSpPr>
          <p:nvPr/>
        </p:nvSpPr>
        <p:spPr>
          <a:xfrm xmlns:a="http://schemas.openxmlformats.org/drawingml/2006/main">
            <a:off x="971550" y="3705225"/>
            <a:ext cx="3962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625" b="1">
                <a:solidFill>
                  <a:srgbClr val="102A43"/>
                </a:solidFill>
                <a:latin typeface="Noto Sans"/>
                <a:ea typeface="Noto Sans"/>
                <a:cs typeface="Noto Sans"/>
              </a:defRPr>
            </a:defPPr>
          </a:lstStyle>
          <a:p xmlns:a="http://schemas.openxmlformats.org/drawingml/2006/main">
            <a:pPr algn="l">
              <a:lnSpc>
                <a:spcPct val="112000"/>
              </a:lnSpc>
              <a:buNone/>
              <a:defRPr sz="2625" b="1">
                <a:solidFill>
                  <a:srgbClr val="102A43"/>
                </a:solidFill>
                <a:latin typeface="Noto Sans"/>
                <a:ea typeface="Noto Sans"/>
                <a:cs typeface="Noto Sans"/>
              </a:defRPr>
            </a:pPr>
            <a:r>
              <a:rPr sz="2625" b="1">
                <a:solidFill>
                  <a:srgbClr val="102A43"/>
                </a:solidFill>
                <a:latin typeface="Noto Sans"/>
                <a:ea typeface="Noto Sans"/>
                <a:cs typeface="Noto Sans"/>
              </a:rPr>
              <a:t>THCS TÂN TIẾN</a:t>
            </a:r>
          </a:p>
        </p:txBody>
      </p:sp>
      <p:sp>
        <p:nvSpPr>
          <p:cNvPr id="8" name="s2-now-branch">
            <a:extLst xmlns:a="http://schemas.openxmlformats.org/drawingml/2006/main">
              <a:ext uri="{FF2B5EF4-FFF2-40B4-BE49-F238E27FC236}">
                <a16:creationId xmlns:a16="http://schemas.microsoft.com/office/drawing/2014/main" id="{988867D2-4835-4552-A8FB-1BCA09DD8B92}"/>
              </a:ext>
            </a:extLst>
          </p:cNvPr>
          <p:cNvSpPr>
            <a:spLocks xmlns:a="http://schemas.openxmlformats.org/drawingml/2006/main" noGrp="1"/>
          </p:cNvSpPr>
          <p:nvPr/>
        </p:nvSpPr>
        <p:spPr>
          <a:xfrm xmlns:a="http://schemas.openxmlformats.org/drawingml/2006/main">
            <a:off x="971550" y="4371975"/>
            <a:ext cx="3962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Phân hiệu 2</a:t>
            </a:r>
          </a:p>
        </p:txBody>
      </p:sp>
      <p:sp>
        <p:nvSpPr>
          <p:cNvPr id="9" name="s2-goal-label">
            <a:extLst xmlns:a="http://schemas.openxmlformats.org/drawingml/2006/main">
              <a:ext uri="{FF2B5EF4-FFF2-40B4-BE49-F238E27FC236}">
                <a16:creationId xmlns:a16="http://schemas.microsoft.com/office/drawing/2014/main" id="{6A6E97AE-36A3-4E44-BA4A-7F1F187AE5FE}"/>
              </a:ext>
            </a:extLst>
          </p:cNvPr>
          <p:cNvSpPr>
            <a:spLocks xmlns:a="http://schemas.openxmlformats.org/drawingml/2006/main" noGrp="1"/>
          </p:cNvSpPr>
          <p:nvPr/>
        </p:nvSpPr>
        <p:spPr>
          <a:xfrm xmlns:a="http://schemas.openxmlformats.org/drawingml/2006/main">
            <a:off x="7162800" y="3219450"/>
            <a:ext cx="4057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1">
                <a:solidFill>
                  <a:srgbClr val="2F80ED"/>
                </a:solidFill>
                <a:latin typeface="Noto Sans"/>
                <a:ea typeface="Noto Sans"/>
                <a:cs typeface="Noto Sans"/>
              </a:defRPr>
            </a:defPPr>
          </a:lstStyle>
          <a:p xmlns:a="http://schemas.openxmlformats.org/drawingml/2006/main">
            <a:pPr algn="l">
              <a:lnSpc>
                <a:spcPct val="112000"/>
              </a:lnSpc>
              <a:buNone/>
              <a:defRPr sz="1350" b="1">
                <a:solidFill>
                  <a:srgbClr val="2F80ED"/>
                </a:solidFill>
                <a:latin typeface="Noto Sans"/>
                <a:ea typeface="Noto Sans"/>
                <a:cs typeface="Noto Sans"/>
              </a:defRPr>
            </a:pPr>
            <a:r>
              <a:rPr sz="1350" b="1">
                <a:solidFill>
                  <a:srgbClr val="2F80ED"/>
                </a:solidFill>
                <a:latin typeface="Noto Sans"/>
                <a:ea typeface="Noto Sans"/>
                <a:cs typeface="Noto Sans"/>
              </a:rPr>
              <a:t>MỤC TIÊU PHÍA TRƯỚC</a:t>
            </a:r>
          </a:p>
        </p:txBody>
      </p:sp>
      <p:sp>
        <p:nvSpPr>
          <p:cNvPr id="10" name="!!goal-school">
            <a:extLst xmlns:a="http://schemas.openxmlformats.org/drawingml/2006/main">
              <a:ext uri="{FF2B5EF4-FFF2-40B4-BE49-F238E27FC236}">
                <a16:creationId xmlns:a16="http://schemas.microsoft.com/office/drawing/2014/main" id="{7804AEF7-C80D-4B16-AD7D-727F01F131EA}"/>
              </a:ext>
            </a:extLst>
          </p:cNvPr>
          <p:cNvSpPr>
            <a:spLocks xmlns:a="http://schemas.openxmlformats.org/drawingml/2006/main" noGrp="1"/>
          </p:cNvSpPr>
          <p:nvPr/>
        </p:nvSpPr>
        <p:spPr>
          <a:xfrm xmlns:a="http://schemas.openxmlformats.org/drawingml/2006/main">
            <a:off x="7162800" y="3705225"/>
            <a:ext cx="4095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625" b="1">
                <a:solidFill>
                  <a:srgbClr val="2F80ED"/>
                </a:solidFill>
                <a:latin typeface="Noto Sans"/>
                <a:ea typeface="Noto Sans"/>
                <a:cs typeface="Noto Sans"/>
              </a:defRPr>
            </a:defPPr>
          </a:lstStyle>
          <a:p xmlns:a="http://schemas.openxmlformats.org/drawingml/2006/main">
            <a:pPr algn="l">
              <a:lnSpc>
                <a:spcPct val="112000"/>
              </a:lnSpc>
              <a:buNone/>
              <a:defRPr sz="2625" b="1">
                <a:solidFill>
                  <a:srgbClr val="2F80ED"/>
                </a:solidFill>
                <a:latin typeface="Noto Sans"/>
                <a:ea typeface="Noto Sans"/>
                <a:cs typeface="Noto Sans"/>
              </a:defRPr>
            </a:pPr>
            <a:r>
              <a:rPr sz="2625" b="1">
                <a:solidFill>
                  <a:srgbClr val="2F80ED"/>
                </a:solidFill>
                <a:latin typeface="Noto Sans"/>
                <a:ea typeface="Noto Sans"/>
                <a:cs typeface="Noto Sans"/>
              </a:rPr>
              <a:t>THPT XUÂN MAI</a:t>
            </a:r>
          </a:p>
        </p:txBody>
      </p:sp>
      <p:sp>
        <p:nvSpPr>
          <p:cNvPr id="11" name="s2-goal-status">
            <a:extLst xmlns:a="http://schemas.openxmlformats.org/drawingml/2006/main">
              <a:ext uri="{FF2B5EF4-FFF2-40B4-BE49-F238E27FC236}">
                <a16:creationId xmlns:a16="http://schemas.microsoft.com/office/drawing/2014/main" id="{82540560-C940-483D-B018-11DB40E17EC7}"/>
              </a:ext>
            </a:extLst>
          </p:cNvPr>
          <p:cNvSpPr>
            <a:spLocks xmlns:a="http://schemas.openxmlformats.org/drawingml/2006/main" noGrp="1"/>
          </p:cNvSpPr>
          <p:nvPr/>
        </p:nvSpPr>
        <p:spPr>
          <a:xfrm xmlns:a="http://schemas.openxmlformats.org/drawingml/2006/main">
            <a:off x="7162800" y="4371975"/>
            <a:ext cx="40576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Nguyện vọng của em</a:t>
            </a:r>
          </a:p>
        </p:txBody>
      </p:sp>
      <p:sp>
        <p:nvSpPr>
          <p:cNvPr id="12" name="s2-route-bar">
            <a:extLst xmlns:a="http://schemas.openxmlformats.org/drawingml/2006/main">
              <a:ext uri="{FF2B5EF4-FFF2-40B4-BE49-F238E27FC236}">
                <a16:creationId xmlns:a16="http://schemas.microsoft.com/office/drawing/2014/main" id="{2162A81B-EEF9-4A22-B75B-7F6FF7EB8A87}"/>
              </a:ext>
            </a:extLst>
          </p:cNvPr>
          <p:cNvSpPr>
            <a:spLocks xmlns:a="http://schemas.openxmlformats.org/drawingml/2006/main" noGrp="1"/>
          </p:cNvSpPr>
          <p:nvPr/>
        </p:nvSpPr>
        <p:spPr>
          <a:xfrm xmlns:a="http://schemas.openxmlformats.org/drawingml/2006/main">
            <a:off x="5514975" y="4010025"/>
            <a:ext cx="1133475" cy="3810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3" name="s2-route-arrow">
            <a:extLst xmlns:a="http://schemas.openxmlformats.org/drawingml/2006/main">
              <a:ext uri="{FF2B5EF4-FFF2-40B4-BE49-F238E27FC236}">
                <a16:creationId xmlns:a16="http://schemas.microsoft.com/office/drawing/2014/main" id="{46C63B5A-3376-40AC-868D-01E2B2495E65}"/>
              </a:ext>
            </a:extLst>
          </p:cNvPr>
          <p:cNvSpPr>
            <a:spLocks xmlns:a="http://schemas.openxmlformats.org/drawingml/2006/main" noGrp="1"/>
          </p:cNvSpPr>
          <p:nvPr/>
        </p:nvSpPr>
        <p:spPr>
          <a:xfrm xmlns:a="http://schemas.openxmlformats.org/drawingml/2006/main">
            <a:off x="6334125" y="3886200"/>
            <a:ext cx="361950" cy="285750"/>
          </a:xfrm>
          <a:prstGeom xmlns:a="http://schemas.openxmlformats.org/drawingml/2006/main" prst="rightArrow">
            <a:avLst/>
          </a:prstGeom>
          <a:solidFill xmlns:a="http://schemas.openxmlformats.org/drawingml/2006/main">
            <a:srgbClr val="2F80ED"/>
          </a:solidFill>
          <a:ln xmlns:a="http://schemas.openxmlformats.org/drawingml/2006/main" w="0">
            <a:noFill/>
            <a:prstDash val="solid"/>
          </a:ln>
        </p:spPr>
      </p:sp>
      <p:sp>
        <p:nvSpPr>
          <p:cNvPr id="14" name="s2-summary">
            <a:extLst xmlns:a="http://schemas.openxmlformats.org/drawingml/2006/main">
              <a:ext uri="{FF2B5EF4-FFF2-40B4-BE49-F238E27FC236}">
                <a16:creationId xmlns:a16="http://schemas.microsoft.com/office/drawing/2014/main" id="{565C07DC-97EA-4AA9-802D-6CC48375175E}"/>
              </a:ext>
            </a:extLst>
          </p:cNvPr>
          <p:cNvSpPr>
            <a:spLocks xmlns:a="http://schemas.openxmlformats.org/drawingml/2006/main" noGrp="1"/>
          </p:cNvSpPr>
          <p:nvPr/>
        </p:nvSpPr>
        <p:spPr>
          <a:xfrm xmlns:a="http://schemas.openxmlformats.org/drawingml/2006/main">
            <a:off x="685800" y="5543550"/>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02A43"/>
                </a:solidFill>
                <a:latin typeface="Noto Sans"/>
                <a:ea typeface="Noto Sans"/>
                <a:cs typeface="Noto Sans"/>
              </a:defRPr>
            </a:defPPr>
          </a:lstStyle>
          <a:p xmlns:a="http://schemas.openxmlformats.org/drawingml/2006/main">
            <a:pPr algn="l">
              <a:lnSpc>
                <a:spcPct val="112000"/>
              </a:lnSpc>
              <a:buNone/>
              <a:defRPr sz="2250" b="1">
                <a:solidFill>
                  <a:srgbClr val="102A43"/>
                </a:solidFill>
                <a:latin typeface="Noto Sans"/>
                <a:ea typeface="Noto Sans"/>
                <a:cs typeface="Noto Sans"/>
              </a:defRPr>
            </a:pPr>
            <a:r>
              <a:rPr sz="2250" b="1">
                <a:solidFill>
                  <a:srgbClr val="102A43"/>
                </a:solidFill>
                <a:latin typeface="Noto Sans"/>
                <a:ea typeface="Noto Sans"/>
                <a:cs typeface="Noto Sans"/>
              </a:rPr>
              <a:t>Mục tiêu hôm nay cần sự chuẩn bị mỗi ngày.</a:t>
            </a:r>
          </a:p>
        </p:txBody>
      </p:sp>
      <p:sp>
        <p:nvSpPr>
          <p:cNvPr id="15" name="s2-journey-0">
            <a:extLst xmlns:a="http://schemas.openxmlformats.org/drawingml/2006/main">
              <a:ext uri="{FF2B5EF4-FFF2-40B4-BE49-F238E27FC236}">
                <a16:creationId xmlns:a16="http://schemas.microsoft.com/office/drawing/2014/main" id="{A9C85196-3A28-480A-8BBD-36FEDB0A1892}"/>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6" name="s2-journey-text-0">
            <a:extLst xmlns:a="http://schemas.openxmlformats.org/drawingml/2006/main">
              <a:ext uri="{FF2B5EF4-FFF2-40B4-BE49-F238E27FC236}">
                <a16:creationId xmlns:a16="http://schemas.microsoft.com/office/drawing/2014/main" id="{5FC394FD-941C-4598-BB55-46E8079A85BB}"/>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Xuất phát</a:t>
            </a:r>
          </a:p>
        </p:txBody>
      </p:sp>
      <p:sp>
        <p:nvSpPr>
          <p:cNvPr id="17" name="s2-journey-1">
            <a:extLst xmlns:a="http://schemas.openxmlformats.org/drawingml/2006/main">
              <a:ext uri="{FF2B5EF4-FFF2-40B4-BE49-F238E27FC236}">
                <a16:creationId xmlns:a16="http://schemas.microsoft.com/office/drawing/2014/main" id="{11C22F91-CE0F-45C0-A084-C6B5875B1C1B}"/>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8" name="s2-journey-text-1">
            <a:extLst xmlns:a="http://schemas.openxmlformats.org/drawingml/2006/main">
              <a:ext uri="{FF2B5EF4-FFF2-40B4-BE49-F238E27FC236}">
                <a16:creationId xmlns:a16="http://schemas.microsoft.com/office/drawing/2014/main" id="{8ECDF4E4-E760-4185-A796-F0282F6738B6}"/>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Tìm hiểu</a:t>
            </a:r>
          </a:p>
        </p:txBody>
      </p:sp>
      <p:sp>
        <p:nvSpPr>
          <p:cNvPr id="19" name="s2-journey-2">
            <a:extLst xmlns:a="http://schemas.openxmlformats.org/drawingml/2006/main">
              <a:ext uri="{FF2B5EF4-FFF2-40B4-BE49-F238E27FC236}">
                <a16:creationId xmlns:a16="http://schemas.microsoft.com/office/drawing/2014/main" id="{3289788C-4E53-4A9E-8AAE-122D476B17B9}"/>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0" name="s2-journey-text-2">
            <a:extLst xmlns:a="http://schemas.openxmlformats.org/drawingml/2006/main">
              <a:ext uri="{FF2B5EF4-FFF2-40B4-BE49-F238E27FC236}">
                <a16:creationId xmlns:a16="http://schemas.microsoft.com/office/drawing/2014/main" id="{FF8D6E2B-B87C-40DD-8B27-205C4BD4507C}"/>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21" name="s2-journey-3">
            <a:extLst xmlns:a="http://schemas.openxmlformats.org/drawingml/2006/main">
              <a:ext uri="{FF2B5EF4-FFF2-40B4-BE49-F238E27FC236}">
                <a16:creationId xmlns:a16="http://schemas.microsoft.com/office/drawing/2014/main" id="{DB52F3D6-6477-470E-A69A-F2303F941CCF}"/>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2" name="s2-journey-text-3">
            <a:extLst xmlns:a="http://schemas.openxmlformats.org/drawingml/2006/main">
              <a:ext uri="{FF2B5EF4-FFF2-40B4-BE49-F238E27FC236}">
                <a16:creationId xmlns:a16="http://schemas.microsoft.com/office/drawing/2014/main" id="{023BA3C8-E4F7-48E8-9AAF-2C903BC2A8CE}"/>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23" name="s2-page">
            <a:extLst xmlns:a="http://schemas.openxmlformats.org/drawingml/2006/main">
              <a:ext uri="{FF2B5EF4-FFF2-40B4-BE49-F238E27FC236}">
                <a16:creationId xmlns:a16="http://schemas.microsoft.com/office/drawing/2014/main" id="{AC7390DA-718F-446A-A6B9-0C74F4792640}"/>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02</a:t>
            </a:r>
          </a:p>
        </p:txBody>
      </p:sp>
    </p:spTree>
    <p:extLst>
      <p:ext uri="{BB962C8B-B14F-4D97-AF65-F5344CB8AC3E}">
        <p14:creationId val="1627712466"/>
      </p:ext>
    </p:extLst>
  </p:cSld>
  <mc:AlternateContent>
    <mc:Choice Requires="p159">
      <p:transition spd="slow" advClick="1" p14:dur="1000">
        <p159: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dur="2050" fill="hold">
                      <p:stCondLst>
                        <p:cond delay="0"/>
                      </p:stCondLst>
                      <p:childTnLst>
                        <p:par>
                          <p:cTn id="4" dur="20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fill="hold"/>
                                        <p:tgtEl>
                                          <p:spTgt spid="3"/>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fill="hold"/>
                                        <p:tgtEl>
                                          <p:spTgt spid="4"/>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fill="hold"/>
                                        <p:tgtEl>
                                          <p:spTgt spid="6"/>
                                        </p:tgtEl>
                                      </p:cBhvr>
                                    </p:animEffect>
                                  </p:childTnLst>
                                </p:cTn>
                              </p:par>
                              <p:par>
                                <p:cTn id="14" presetID="10" presetClass="entr" dur="600" fill="hold" grpId="0" nodeType="withEffect" presetSubtype="0">
                                  <p:stCondLst>
                                    <p:cond delay="1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fill="hold"/>
                                        <p:tgtEl>
                                          <p:spTgt spid="7"/>
                                        </p:tgtEl>
                                      </p:cBhvr>
                                    </p:animEffect>
                                  </p:childTnLst>
                                </p:cTn>
                              </p:par>
                              <p:par>
                                <p:cTn id="17" presetID="10" presetClass="entr" dur="600" fill="hold" grpId="0" nodeType="withEffect" presetSubtype="0">
                                  <p:stCondLst>
                                    <p:cond delay="1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fill="hold"/>
                                        <p:tgtEl>
                                          <p:spTgt spid="8"/>
                                        </p:tgtEl>
                                      </p:cBhvr>
                                    </p:animEffect>
                                  </p:childTnLst>
                                </p:cTn>
                              </p:par>
                              <p:par>
                                <p:cTn id="20" presetID="22" presetClass="entr" dur="650" fill="hold" grpId="0" nodeType="withEffect">
                                  <p:stCondLst>
                                    <p:cond delay="750"/>
                                  </p:stCondLst>
                                  <p:childTnLst>
                                    <p:set>
                                      <p:cBhvr>
                                        <p:cTn id="21" dur="1" fill="hold">
                                          <p:stCondLst>
                                            <p:cond delay="0"/>
                                          </p:stCondLst>
                                        </p:cTn>
                                        <p:tgtEl>
                                          <p:spTgt spid="5"/>
                                        </p:tgtEl>
                                        <p:attrNameLst>
                                          <p:attrName>style.visibility</p:attrName>
                                        </p:attrNameLst>
                                      </p:cBhvr>
                                      <p:to>
                                        <p:strVal val="visible"/>
                                      </p:to>
                                    </p:set>
                                    <p:animEffect transition="in" filter="wipe(right)">
                                      <p:cBhvr>
                                        <p:cTn id="22" dur="650" fill="hold"/>
                                        <p:tgtEl>
                                          <p:spTgt spid="5"/>
                                        </p:tgtEl>
                                      </p:cBhvr>
                                    </p:animEffect>
                                  </p:childTnLst>
                                </p:cTn>
                              </p:par>
                              <p:par>
                                <p:cTn id="23" presetID="22" presetClass="entr" dur="650"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650" fill="hold"/>
                                        <p:tgtEl>
                                          <p:spTgt spid="9"/>
                                        </p:tgtEl>
                                      </p:cBhvr>
                                    </p:animEffect>
                                  </p:childTnLst>
                                </p:cTn>
                              </p:par>
                              <p:par>
                                <p:cTn id="26" presetID="22" presetClass="entr" dur="650" fill="hold" grpId="0" nodeType="withEffect">
                                  <p:stCondLst>
                                    <p:cond delay="750"/>
                                  </p:stCondLst>
                                  <p:childTnLst>
                                    <p:set>
                                      <p:cBhvr>
                                        <p:cTn id="27" dur="1" fill="hold">
                                          <p:stCondLst>
                                            <p:cond delay="0"/>
                                          </p:stCondLst>
                                        </p:cTn>
                                        <p:tgtEl>
                                          <p:spTgt spid="11"/>
                                        </p:tgtEl>
                                        <p:attrNameLst>
                                          <p:attrName>style.visibility</p:attrName>
                                        </p:attrNameLst>
                                      </p:cBhvr>
                                      <p:to>
                                        <p:strVal val="visible"/>
                                      </p:to>
                                    </p:set>
                                    <p:animEffect transition="in" filter="wipe(right)">
                                      <p:cBhvr>
                                        <p:cTn id="28" dur="650" fill="hold"/>
                                        <p:tgtEl>
                                          <p:spTgt spid="11"/>
                                        </p:tgtEl>
                                      </p:cBhvr>
                                    </p:animEffect>
                                  </p:childTnLst>
                                </p:cTn>
                              </p:par>
                              <p:par>
                                <p:cTn id="29" presetID="22" presetClass="entr" dur="650" fill="hold" grpId="0" nodeType="withEffect">
                                  <p:stCondLst>
                                    <p:cond delay="750"/>
                                  </p:stCondLst>
                                  <p:childTnLst>
                                    <p:set>
                                      <p:cBhvr>
                                        <p:cTn id="30" dur="1" fill="hold">
                                          <p:stCondLst>
                                            <p:cond delay="0"/>
                                          </p:stCondLst>
                                        </p:cTn>
                                        <p:tgtEl>
                                          <p:spTgt spid="12"/>
                                        </p:tgtEl>
                                        <p:attrNameLst>
                                          <p:attrName>style.visibility</p:attrName>
                                        </p:attrNameLst>
                                      </p:cBhvr>
                                      <p:to>
                                        <p:strVal val="visible"/>
                                      </p:to>
                                    </p:set>
                                    <p:animEffect transition="in" filter="wipe(right)">
                                      <p:cBhvr>
                                        <p:cTn id="31" dur="650" fill="hold"/>
                                        <p:tgtEl>
                                          <p:spTgt spid="12"/>
                                        </p:tgtEl>
                                      </p:cBhvr>
                                    </p:animEffect>
                                  </p:childTnLst>
                                </p:cTn>
                              </p:par>
                              <p:par>
                                <p:cTn id="32" presetID="22" presetClass="entr" dur="650" fill="hold" grpId="0" nodeType="withEffect">
                                  <p:stCondLst>
                                    <p:cond delay="750"/>
                                  </p:stCondLst>
                                  <p:childTnLst>
                                    <p:set>
                                      <p:cBhvr>
                                        <p:cTn id="33" dur="1" fill="hold">
                                          <p:stCondLst>
                                            <p:cond delay="0"/>
                                          </p:stCondLst>
                                        </p:cTn>
                                        <p:tgtEl>
                                          <p:spTgt spid="13"/>
                                        </p:tgtEl>
                                        <p:attrNameLst>
                                          <p:attrName>style.visibility</p:attrName>
                                        </p:attrNameLst>
                                      </p:cBhvr>
                                      <p:to>
                                        <p:strVal val="visible"/>
                                      </p:to>
                                    </p:set>
                                    <p:animEffect transition="in" filter="wipe(right)">
                                      <p:cBhvr>
                                        <p:cTn id="34" dur="650" fill="hold"/>
                                        <p:tgtEl>
                                          <p:spTgt spid="13"/>
                                        </p:tgtEl>
                                      </p:cBhvr>
                                    </p:animEffect>
                                  </p:childTnLst>
                                </p:cTn>
                              </p:par>
                              <p:par>
                                <p:cTn id="35" presetID="10" presetClass="entr" dur="600" fill="hold" grpId="0" nodeType="withEffect" presetSubtype="0">
                                  <p:stCondLst>
                                    <p:cond delay="14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fill="hold"/>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6" grpId="0" build="allAtOnce" animBg="1"/>
      <p:bldP spid="7" grpId="0" build="allAtOnce" animBg="1"/>
      <p:bldP spid="8" grpId="0" build="allAtOnce" animBg="1"/>
      <p:bldP spid="5" grpId="0" build="allAtOnce" animBg="1"/>
      <p:bldP spid="9" grpId="0" build="allAtOnce" animBg="1"/>
      <p:bldP spid="11" grpId="0" build="allAtOnce" animBg="1"/>
      <p:bldP spid="12" grpId="0" build="allAtOnce" animBg="1"/>
      <p:bldP spid="13" grpId="0" build="allAtOnce" animBg="1"/>
      <p:bldP spid="14" grpId="0" build="allAtOnce" animBg="1"/>
    </p:bldLst>
  </p:timing>
</p:sld>
</file>

<file path=ppt/slides/slide3.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s3-header-rule">
            <a:extLst xmlns:a="http://schemas.openxmlformats.org/drawingml/2006/main">
              <a:ext uri="{FF2B5EF4-FFF2-40B4-BE49-F238E27FC236}">
                <a16:creationId xmlns:a16="http://schemas.microsoft.com/office/drawing/2014/main" id="{A4388F37-98E9-4CCF-B228-3D8BA96561FD}"/>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3-title">
            <a:extLst xmlns:a="http://schemas.openxmlformats.org/drawingml/2006/main">
              <a:ext uri="{FF2B5EF4-FFF2-40B4-BE49-F238E27FC236}">
                <a16:creationId xmlns:a16="http://schemas.microsoft.com/office/drawing/2014/main" id="{F5279A6A-6654-4EA0-B1F4-4F2F23D77281}"/>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Ngôi trường em hướng tới</a:t>
            </a:r>
          </a:p>
        </p:txBody>
      </p:sp>
      <p:sp>
        <p:nvSpPr>
          <p:cNvPr id="3" name="s3-name">
            <a:extLst xmlns:a="http://schemas.openxmlformats.org/drawingml/2006/main">
              <a:ext uri="{FF2B5EF4-FFF2-40B4-BE49-F238E27FC236}">
                <a16:creationId xmlns:a16="http://schemas.microsoft.com/office/drawing/2014/main" id="{88EC1E0F-46CD-41FF-80E6-FA656957B305}"/>
              </a:ext>
            </a:extLst>
          </p:cNvPr>
          <p:cNvSpPr>
            <a:spLocks xmlns:a="http://schemas.openxmlformats.org/drawingml/2006/main" noGrp="1"/>
          </p:cNvSpPr>
          <p:nvPr/>
        </p:nvSpPr>
        <p:spPr>
          <a:xfrm xmlns:a="http://schemas.openxmlformats.org/drawingml/2006/main">
            <a:off x="685800" y="1971675"/>
            <a:ext cx="4714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850" b="1">
                <a:solidFill>
                  <a:srgbClr val="2F80ED"/>
                </a:solidFill>
                <a:latin typeface="Noto Sans"/>
                <a:ea typeface="Noto Sans"/>
                <a:cs typeface="Noto Sans"/>
              </a:defRPr>
            </a:defPPr>
          </a:lstStyle>
          <a:p xmlns:a="http://schemas.openxmlformats.org/drawingml/2006/main">
            <a:pPr algn="l">
              <a:lnSpc>
                <a:spcPct val="112000"/>
              </a:lnSpc>
              <a:buNone/>
              <a:defRPr sz="2850" b="1">
                <a:solidFill>
                  <a:srgbClr val="2F80ED"/>
                </a:solidFill>
                <a:latin typeface="Noto Sans"/>
                <a:ea typeface="Noto Sans"/>
                <a:cs typeface="Noto Sans"/>
              </a:defRPr>
            </a:pPr>
            <a:r>
              <a:rPr sz="2850" b="1">
                <a:solidFill>
                  <a:srgbClr val="2F80ED"/>
                </a:solidFill>
                <a:latin typeface="Noto Sans"/>
                <a:ea typeface="Noto Sans"/>
                <a:cs typeface="Noto Sans"/>
              </a:rPr>
              <a:t>THPT XUÂN MAI</a:t>
            </a:r>
          </a:p>
        </p:txBody>
      </p:sp>
      <p:sp>
        <p:nvSpPr>
          <p:cNvPr id="4" name="s3-kind">
            <a:extLst xmlns:a="http://schemas.openxmlformats.org/drawingml/2006/main">
              <a:ext uri="{FF2B5EF4-FFF2-40B4-BE49-F238E27FC236}">
                <a16:creationId xmlns:a16="http://schemas.microsoft.com/office/drawing/2014/main" id="{C65225F7-9997-4A46-81D7-6929836BF75A}"/>
              </a:ext>
            </a:extLst>
          </p:cNvPr>
          <p:cNvSpPr>
            <a:spLocks xmlns:a="http://schemas.openxmlformats.org/drawingml/2006/main" noGrp="1"/>
          </p:cNvSpPr>
          <p:nvPr/>
        </p:nvSpPr>
        <p:spPr>
          <a:xfrm xmlns:a="http://schemas.openxmlformats.org/drawingml/2006/main">
            <a:off x="685800" y="2867025"/>
            <a:ext cx="4572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02A43"/>
                </a:solidFill>
                <a:latin typeface="Noto Sans"/>
                <a:ea typeface="Noto Sans"/>
                <a:cs typeface="Noto Sans"/>
              </a:defRPr>
            </a:defPPr>
          </a:lstStyle>
          <a:p xmlns:a="http://schemas.openxmlformats.org/drawingml/2006/main">
            <a:pPr algn="l">
              <a:lnSpc>
                <a:spcPct val="112000"/>
              </a:lnSpc>
              <a:buNone/>
              <a:defRPr sz="2250" b="1">
                <a:solidFill>
                  <a:srgbClr val="102A43"/>
                </a:solidFill>
                <a:latin typeface="Noto Sans"/>
                <a:ea typeface="Noto Sans"/>
                <a:cs typeface="Noto Sans"/>
              </a:defRPr>
            </a:pPr>
            <a:r>
              <a:rPr sz="2250" b="1">
                <a:solidFill>
                  <a:srgbClr val="102A43"/>
                </a:solidFill>
                <a:latin typeface="Noto Sans"/>
                <a:ea typeface="Noto Sans"/>
                <a:cs typeface="Noto Sans"/>
              </a:rPr>
              <a:t>Trường công lập</a:t>
            </a:r>
          </a:p>
        </p:txBody>
      </p:sp>
      <p:sp>
        <p:nvSpPr>
          <p:cNvPr id="5" name="s3-manager">
            <a:extLst xmlns:a="http://schemas.openxmlformats.org/drawingml/2006/main">
              <a:ext uri="{FF2B5EF4-FFF2-40B4-BE49-F238E27FC236}">
                <a16:creationId xmlns:a16="http://schemas.microsoft.com/office/drawing/2014/main" id="{41FCF711-D941-4088-A56F-1EC7686C2B0C}"/>
              </a:ext>
            </a:extLst>
          </p:cNvPr>
          <p:cNvSpPr>
            <a:spLocks xmlns:a="http://schemas.openxmlformats.org/drawingml/2006/main" noGrp="1"/>
          </p:cNvSpPr>
          <p:nvPr/>
        </p:nvSpPr>
        <p:spPr>
          <a:xfrm xmlns:a="http://schemas.openxmlformats.org/drawingml/2006/main">
            <a:off x="685800" y="3467100"/>
            <a:ext cx="5000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526B7B"/>
                </a:solidFill>
                <a:latin typeface="Noto Sans"/>
                <a:ea typeface="Noto Sans"/>
                <a:cs typeface="Noto Sans"/>
              </a:defRPr>
            </a:defPPr>
          </a:lstStyle>
          <a:p xmlns:a="http://schemas.openxmlformats.org/drawingml/2006/main">
            <a:pPr algn="l">
              <a:lnSpc>
                <a:spcPct val="112000"/>
              </a:lnSpc>
              <a:buNone/>
              <a:defRPr sz="2100" b="0">
                <a:solidFill>
                  <a:srgbClr val="526B7B"/>
                </a:solidFill>
                <a:latin typeface="Noto Sans"/>
                <a:ea typeface="Noto Sans"/>
                <a:cs typeface="Noto Sans"/>
              </a:defRPr>
            </a:pPr>
            <a:r>
              <a:rPr sz="2100" b="0">
                <a:solidFill>
                  <a:srgbClr val="526B7B"/>
                </a:solidFill>
                <a:latin typeface="Noto Sans"/>
                <a:ea typeface="Noto Sans"/>
                <a:cs typeface="Noto Sans"/>
              </a:rPr>
              <a:t>Sở Giáo dục và Đào tạo Hà Nội</a:t>
            </a:r>
          </a:p>
          <a:p xmlns:a="http://schemas.openxmlformats.org/drawingml/2006/main">
            <a:pPr algn="l">
              <a:lnSpc>
                <a:spcPct val="112000"/>
              </a:lnSpc>
              <a:buNone/>
              <a:defRPr sz="2100" b="0">
                <a:solidFill>
                  <a:srgbClr val="526B7B"/>
                </a:solidFill>
                <a:latin typeface="Noto Sans"/>
                <a:ea typeface="Noto Sans"/>
                <a:cs typeface="Noto Sans"/>
              </a:defRPr>
            </a:pPr>
            <a:r>
              <a:rPr sz="2100" b="0">
                <a:solidFill>
                  <a:srgbClr val="526B7B"/>
                </a:solidFill>
                <a:latin typeface="Noto Sans"/>
                <a:ea typeface="Noto Sans"/>
                <a:cs typeface="Noto Sans"/>
              </a:rPr>
              <a:t>quản lý trực tiếp</a:t>
            </a:r>
          </a:p>
        </p:txBody>
      </p:sp>
      <p:sp>
        <p:nvSpPr>
          <p:cNvPr id="6" name="s3-feeling">
            <a:extLst xmlns:a="http://schemas.openxmlformats.org/drawingml/2006/main">
              <a:ext uri="{FF2B5EF4-FFF2-40B4-BE49-F238E27FC236}">
                <a16:creationId xmlns:a16="http://schemas.microsoft.com/office/drawing/2014/main" id="{CFDF0995-637E-40BD-8C6A-164C4E3B9B0B}"/>
              </a:ext>
            </a:extLst>
          </p:cNvPr>
          <p:cNvSpPr>
            <a:spLocks xmlns:a="http://schemas.openxmlformats.org/drawingml/2006/main" noGrp="1"/>
          </p:cNvSpPr>
          <p:nvPr/>
        </p:nvSpPr>
        <p:spPr>
          <a:xfrm xmlns:a="http://schemas.openxmlformats.org/drawingml/2006/main">
            <a:off x="685800" y="4905375"/>
            <a:ext cx="50673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102A43"/>
                </a:solidFill>
                <a:latin typeface="Noto Sans"/>
                <a:ea typeface="Noto Sans"/>
                <a:cs typeface="Noto Sans"/>
              </a:defRPr>
            </a:defPPr>
          </a:lstStyle>
          <a:p xmlns:a="http://schemas.openxmlformats.org/drawingml/2006/main">
            <a:pPr algn="l">
              <a:lnSpc>
                <a:spcPct val="112000"/>
              </a:lnSpc>
              <a:buNone/>
              <a:defRPr sz="2025" b="0">
                <a:solidFill>
                  <a:srgbClr val="102A43"/>
                </a:solidFill>
                <a:latin typeface="Noto Sans"/>
                <a:ea typeface="Noto Sans"/>
                <a:cs typeface="Noto Sans"/>
              </a:defRPr>
            </a:pPr>
            <a:r>
              <a:rPr sz="2025" b="0">
                <a:solidFill>
                  <a:srgbClr val="102A43"/>
                </a:solidFill>
                <a:latin typeface="Noto Sans"/>
                <a:ea typeface="Noto Sans"/>
                <a:cs typeface="Noto Sans"/>
              </a:rPr>
              <a:t>Em muốn tìm hiểu một môi trường</a:t>
            </a:r>
          </a:p>
          <a:p xmlns:a="http://schemas.openxmlformats.org/drawingml/2006/main">
            <a:pPr algn="l">
              <a:lnSpc>
                <a:spcPct val="112000"/>
              </a:lnSpc>
              <a:buNone/>
              <a:defRPr sz="2025" b="0">
                <a:solidFill>
                  <a:srgbClr val="102A43"/>
                </a:solidFill>
                <a:latin typeface="Noto Sans"/>
                <a:ea typeface="Noto Sans"/>
                <a:cs typeface="Noto Sans"/>
              </a:defRPr>
            </a:pPr>
            <a:r>
              <a:rPr sz="2025" b="0">
                <a:solidFill>
                  <a:srgbClr val="102A43"/>
                </a:solidFill>
                <a:latin typeface="Noto Sans"/>
                <a:ea typeface="Noto Sans"/>
                <a:cs typeface="Noto Sans"/>
              </a:rPr>
              <a:t>có truyền thống học tập lâu năm.</a:t>
            </a:r>
          </a:p>
        </p:txBody>
      </p:sp>
      <p:pic>
        <p:nvPicPr>
          <p:cNvPr id="7" name="s3-campus" descr="Ảnh giới thiệu trường trên website chính thức, không công bố ngày chụp">
            <a:extLst xmlns:a="http://schemas.openxmlformats.org/drawingml/2006/main">
              <a:ext uri="{FF2B5EF4-FFF2-40B4-BE49-F238E27FC236}">
                <a16:creationId xmlns:a16="http://schemas.microsoft.com/office/drawing/2014/main" id="{48E01D31-D546-4A65-AD2B-FE0C79842148}"/>
              </a:ext>
            </a:extLst>
          </p:cNvPr>
          <p:cNvPicPr>
            <a:picLocks xmlns:a="http://schemas.openxmlformats.org/drawingml/2006/main" noChangeAspect="1"/>
          </p:cNvPicPr>
          <p:nvPr/>
        </p:nvPicPr>
        <p:blipFill>
          <a:blip xmlns:r="http://schemas.openxmlformats.org/officeDocument/2006/relationships" xmlns:a="http://schemas.openxmlformats.org/drawingml/2006/main" r:embed="R0dde96c8a38b4741"/>
          <a:stretch xmlns:a="http://schemas.openxmlformats.org/drawingml/2006/main"/>
        </p:blipFill>
        <p:spPr>
          <a:xfrm xmlns:a="http://schemas.openxmlformats.org/drawingml/2006/main">
            <a:off x="6078011" y="1714500"/>
            <a:ext cx="5427128" cy="3619500"/>
          </a:xfrm>
          <a:prstGeom xmlns:a="http://schemas.openxmlformats.org/drawingml/2006/main" prst="rect">
            <a:avLst/>
          </a:prstGeom>
        </p:spPr>
      </p:pic>
      <p:sp>
        <p:nvSpPr>
          <p:cNvPr id="8" name="!!year-1972">
            <a:extLst xmlns:a="http://schemas.openxmlformats.org/drawingml/2006/main">
              <a:ext uri="{FF2B5EF4-FFF2-40B4-BE49-F238E27FC236}">
                <a16:creationId xmlns:a16="http://schemas.microsoft.com/office/drawing/2014/main" id="{1F509D42-7C19-4344-B9E1-5CB0563FC8A4}"/>
              </a:ext>
            </a:extLst>
          </p:cNvPr>
          <p:cNvSpPr>
            <a:spLocks xmlns:a="http://schemas.openxmlformats.org/drawingml/2006/main" noGrp="1"/>
          </p:cNvSpPr>
          <p:nvPr/>
        </p:nvSpPr>
        <p:spPr>
          <a:xfrm xmlns:a="http://schemas.openxmlformats.org/drawingml/2006/main">
            <a:off x="6381750" y="541020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2F80ED"/>
                </a:solidFill>
                <a:latin typeface="Noto Sans"/>
                <a:ea typeface="Noto Sans"/>
                <a:cs typeface="Noto Sans"/>
              </a:defRPr>
            </a:defPPr>
          </a:lstStyle>
          <a:p xmlns:a="http://schemas.openxmlformats.org/drawingml/2006/main">
            <a:pPr algn="l">
              <a:lnSpc>
                <a:spcPct val="112000"/>
              </a:lnSpc>
              <a:buNone/>
              <a:defRPr sz="4050" b="1">
                <a:solidFill>
                  <a:srgbClr val="2F80ED"/>
                </a:solidFill>
                <a:latin typeface="Noto Sans"/>
                <a:ea typeface="Noto Sans"/>
                <a:cs typeface="Noto Sans"/>
              </a:defRPr>
            </a:pPr>
            <a:r>
              <a:rPr sz="4050" b="1">
                <a:solidFill>
                  <a:srgbClr val="2F80ED"/>
                </a:solidFill>
                <a:latin typeface="Noto Sans"/>
                <a:ea typeface="Noto Sans"/>
                <a:cs typeface="Noto Sans"/>
              </a:rPr>
              <a:t>1972</a:t>
            </a:r>
          </a:p>
        </p:txBody>
      </p:sp>
      <p:sp>
        <p:nvSpPr>
          <p:cNvPr id="9" name="!!year-dot">
            <a:extLst xmlns:a="http://schemas.openxmlformats.org/drawingml/2006/main">
              <a:ext uri="{FF2B5EF4-FFF2-40B4-BE49-F238E27FC236}">
                <a16:creationId xmlns:a16="http://schemas.microsoft.com/office/drawing/2014/main" id="{FBD4C377-C491-419A-A798-D01257B4A14F}"/>
              </a:ext>
            </a:extLst>
          </p:cNvPr>
          <p:cNvSpPr>
            <a:spLocks xmlns:a="http://schemas.openxmlformats.org/drawingml/2006/main" noGrp="1"/>
          </p:cNvSpPr>
          <p:nvPr/>
        </p:nvSpPr>
        <p:spPr>
          <a:xfrm xmlns:a="http://schemas.openxmlformats.org/drawingml/2006/main">
            <a:off x="8515350" y="5534025"/>
            <a:ext cx="190500" cy="19050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s3-year-label">
            <a:extLst xmlns:a="http://schemas.openxmlformats.org/drawingml/2006/main">
              <a:ext uri="{FF2B5EF4-FFF2-40B4-BE49-F238E27FC236}">
                <a16:creationId xmlns:a16="http://schemas.microsoft.com/office/drawing/2014/main" id="{9CFFCCB8-64EB-4F71-978C-0A0722FF4BAD}"/>
              </a:ext>
            </a:extLst>
          </p:cNvPr>
          <p:cNvSpPr>
            <a:spLocks xmlns:a="http://schemas.openxmlformats.org/drawingml/2006/main" noGrp="1"/>
          </p:cNvSpPr>
          <p:nvPr/>
        </p:nvSpPr>
        <p:spPr>
          <a:xfrm xmlns:a="http://schemas.openxmlformats.org/drawingml/2006/main">
            <a:off x="8886825" y="5514975"/>
            <a:ext cx="2619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Năm thành lập</a:t>
            </a:r>
          </a:p>
        </p:txBody>
      </p:sp>
      <p:sp>
        <p:nvSpPr>
          <p:cNvPr id="11" name="s3-journey-0">
            <a:extLst xmlns:a="http://schemas.openxmlformats.org/drawingml/2006/main">
              <a:ext uri="{FF2B5EF4-FFF2-40B4-BE49-F238E27FC236}">
                <a16:creationId xmlns:a16="http://schemas.microsoft.com/office/drawing/2014/main" id="{6E40CCF4-20BE-4E8E-AF16-274A340E82BC}"/>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2" name="s3-journey-text-0">
            <a:extLst xmlns:a="http://schemas.openxmlformats.org/drawingml/2006/main">
              <a:ext uri="{FF2B5EF4-FFF2-40B4-BE49-F238E27FC236}">
                <a16:creationId xmlns:a16="http://schemas.microsoft.com/office/drawing/2014/main" id="{5D4959BF-0F98-44A7-8437-34A5BE0834E4}"/>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3" name="s3-journey-1">
            <a:extLst xmlns:a="http://schemas.openxmlformats.org/drawingml/2006/main">
              <a:ext uri="{FF2B5EF4-FFF2-40B4-BE49-F238E27FC236}">
                <a16:creationId xmlns:a16="http://schemas.microsoft.com/office/drawing/2014/main" id="{F60F8CF0-87C0-461A-AE7D-56907A58F21F}"/>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4" name="s3-journey-text-1">
            <a:extLst xmlns:a="http://schemas.openxmlformats.org/drawingml/2006/main">
              <a:ext uri="{FF2B5EF4-FFF2-40B4-BE49-F238E27FC236}">
                <a16:creationId xmlns:a16="http://schemas.microsoft.com/office/drawing/2014/main" id="{D96F50E7-2EE7-4DD6-B751-DD3D001D9B51}"/>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5" name="s3-journey-2">
            <a:extLst xmlns:a="http://schemas.openxmlformats.org/drawingml/2006/main">
              <a:ext uri="{FF2B5EF4-FFF2-40B4-BE49-F238E27FC236}">
                <a16:creationId xmlns:a16="http://schemas.microsoft.com/office/drawing/2014/main" id="{2C316359-8401-4D22-8145-43768E4D2A31}"/>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6" name="s3-journey-text-2">
            <a:extLst xmlns:a="http://schemas.openxmlformats.org/drawingml/2006/main">
              <a:ext uri="{FF2B5EF4-FFF2-40B4-BE49-F238E27FC236}">
                <a16:creationId xmlns:a16="http://schemas.microsoft.com/office/drawing/2014/main" id="{4179459A-9D5F-4D22-92B0-6205E49ADB01}"/>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7" name="s3-journey-3">
            <a:extLst xmlns:a="http://schemas.openxmlformats.org/drawingml/2006/main">
              <a:ext uri="{FF2B5EF4-FFF2-40B4-BE49-F238E27FC236}">
                <a16:creationId xmlns:a16="http://schemas.microsoft.com/office/drawing/2014/main" id="{D182ACDA-EF01-4917-915E-8DB1CF443586}"/>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8" name="s3-journey-text-3">
            <a:extLst xmlns:a="http://schemas.openxmlformats.org/drawingml/2006/main">
              <a:ext uri="{FF2B5EF4-FFF2-40B4-BE49-F238E27FC236}">
                <a16:creationId xmlns:a16="http://schemas.microsoft.com/office/drawing/2014/main" id="{E297212C-6154-4BFA-8C7F-73D29D98EBC8}"/>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19" name="s3-source">
            <a:extLst xmlns:a="http://schemas.openxmlformats.org/drawingml/2006/main">
              <a:ext uri="{FF2B5EF4-FFF2-40B4-BE49-F238E27FC236}">
                <a16:creationId xmlns:a16="http://schemas.microsoft.com/office/drawing/2014/main" id="{CCCB6403-1F24-4B49-A95B-1138541B7FD0}"/>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báo cáo 2025–2026 và lịch sử trường</a:t>
            </a:r>
          </a:p>
        </p:txBody>
      </p:sp>
      <p:sp>
        <p:nvSpPr>
          <p:cNvPr id="20" name="s3-page">
            <a:extLst xmlns:a="http://schemas.openxmlformats.org/drawingml/2006/main">
              <a:ext uri="{FF2B5EF4-FFF2-40B4-BE49-F238E27FC236}">
                <a16:creationId xmlns:a16="http://schemas.microsoft.com/office/drawing/2014/main" id="{E6825DB0-2B37-4FFE-BC50-042285553E46}"/>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03</a:t>
            </a:r>
          </a:p>
        </p:txBody>
      </p:sp>
    </p:spTree>
    <p:extLst>
      <p:ext uri="{BB962C8B-B14F-4D97-AF65-F5344CB8AC3E}">
        <p14:creationId val="1349389662"/>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1400" fill="hold">
                      <p:stCondLst>
                        <p:cond delay="0"/>
                      </p:stCondLst>
                      <p:childTnLst>
                        <p:par>
                          <p:cTn id="4" dur="140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fill="hold"/>
                                        <p:tgtEl>
                                          <p:spTgt spid="3"/>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fill="hold"/>
                                        <p:tgtEl>
                                          <p:spTgt spid="4"/>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fill="hold"/>
                                        <p:tgtEl>
                                          <p:spTgt spid="5"/>
                                        </p:tgtEl>
                                      </p:cBhvr>
                                    </p:animEffect>
                                  </p:childTnLst>
                                </p:cTn>
                              </p:par>
                              <p:par>
                                <p:cTn id="14" presetID="10" presetClass="entr" dur="600" fill="hold" grpId="0" nodeType="withEffect" presetSubtype="0">
                                  <p:stCondLst>
                                    <p:cond delay="8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5" grpId="0" build="allAtOnce" animBg="1"/>
      <p:bldP spid="6" grpId="0" build="allAtOnce" animBg="1"/>
    </p:bldLst>
  </p:timing>
</p:sld>
</file>

<file path=ppt/slides/slide4.xml><?xml version="1.0" encoding="utf-8"?>
<p:sld xmlns:p="http://schemas.openxmlformats.org/presentationml/2006/main" xmlns:p14="http://schemas.microsoft.com/office/powerpoint/2010/main" xmlns:mc="http://schemas.openxmlformats.org/markup-compatibility/2006" xmlns:p159="http://schemas.microsoft.com/office/powerpoint/2015/09/main" mc:Ignorable="p14 p159">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8" name="s4-header-rule">
            <a:extLst xmlns:a="http://schemas.openxmlformats.org/drawingml/2006/main">
              <a:ext uri="{FF2B5EF4-FFF2-40B4-BE49-F238E27FC236}">
                <a16:creationId xmlns:a16="http://schemas.microsoft.com/office/drawing/2014/main" id="{64CD7EC8-4DB6-428A-93A3-68B055F5B142}"/>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4-title">
            <a:extLst xmlns:a="http://schemas.openxmlformats.org/drawingml/2006/main">
              <a:ext uri="{FF2B5EF4-FFF2-40B4-BE49-F238E27FC236}">
                <a16:creationId xmlns:a16="http://schemas.microsoft.com/office/drawing/2014/main" id="{9BD8B5B1-C1A6-4BE0-B079-EF4D9D136036}"/>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Những mốc trong hành trình của trường</a:t>
            </a:r>
          </a:p>
        </p:txBody>
      </p:sp>
      <p:sp>
        <p:nvSpPr>
          <p:cNvPr id="3" name="s4-intro">
            <a:extLst xmlns:a="http://schemas.openxmlformats.org/drawingml/2006/main">
              <a:ext uri="{FF2B5EF4-FFF2-40B4-BE49-F238E27FC236}">
                <a16:creationId xmlns:a16="http://schemas.microsoft.com/office/drawing/2014/main" id="{83F31AFD-A1C2-42CA-B620-9774EBEEC89F}"/>
              </a:ext>
            </a:extLst>
          </p:cNvPr>
          <p:cNvSpPr>
            <a:spLocks xmlns:a="http://schemas.openxmlformats.org/drawingml/2006/main" noGrp="1"/>
          </p:cNvSpPr>
          <p:nvPr/>
        </p:nvSpPr>
        <p:spPr>
          <a:xfrm xmlns:a="http://schemas.openxmlformats.org/drawingml/2006/main">
            <a:off x="685800" y="1724025"/>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a:solidFill>
                  <a:srgbClr val="526B7B"/>
                </a:solidFill>
                <a:latin typeface="Noto Sans"/>
                <a:ea typeface="Noto Sans"/>
                <a:cs typeface="Noto Sans"/>
              </a:defRPr>
            </a:defPPr>
          </a:lstStyle>
          <a:p xmlns:a="http://schemas.openxmlformats.org/drawingml/2006/main">
            <a:pPr algn="l">
              <a:lnSpc>
                <a:spcPct val="112000"/>
              </a:lnSpc>
              <a:buNone/>
              <a:defRPr sz="2175" b="0">
                <a:solidFill>
                  <a:srgbClr val="526B7B"/>
                </a:solidFill>
                <a:latin typeface="Noto Sans"/>
                <a:ea typeface="Noto Sans"/>
                <a:cs typeface="Noto Sans"/>
              </a:defRPr>
            </a:pPr>
            <a:r>
              <a:rPr sz="2175" b="0">
                <a:solidFill>
                  <a:srgbClr val="526B7B"/>
                </a:solidFill>
                <a:latin typeface="Noto Sans"/>
                <a:ea typeface="Noto Sans"/>
                <a:cs typeface="Noto Sans"/>
              </a:rPr>
              <a:t>Một ngôi trường qua nhiều thế hệ thầy trò</a:t>
            </a:r>
          </a:p>
        </p:txBody>
      </p:sp>
      <p:sp>
        <p:nvSpPr>
          <p:cNvPr id="4" name="s4-timeline">
            <a:extLst xmlns:a="http://schemas.openxmlformats.org/drawingml/2006/main">
              <a:ext uri="{FF2B5EF4-FFF2-40B4-BE49-F238E27FC236}">
                <a16:creationId xmlns:a16="http://schemas.microsoft.com/office/drawing/2014/main" id="{F9660477-9B05-453F-A77B-F9EE83A7F5A3}"/>
              </a:ext>
            </a:extLst>
          </p:cNvPr>
          <p:cNvSpPr>
            <a:spLocks xmlns:a="http://schemas.openxmlformats.org/drawingml/2006/main" noGrp="1"/>
          </p:cNvSpPr>
          <p:nvPr/>
        </p:nvSpPr>
        <p:spPr>
          <a:xfrm xmlns:a="http://schemas.openxmlformats.org/drawingml/2006/main">
            <a:off x="781050" y="3600450"/>
            <a:ext cx="10534650" cy="47625"/>
          </a:xfrm>
          <a:prstGeom xmlns:a="http://schemas.openxmlformats.org/drawingml/2006/main" prst="rect">
            <a:avLst/>
          </a:prstGeom>
          <a:solidFill xmlns:a="http://schemas.openxmlformats.org/drawingml/2006/main">
            <a:srgbClr val="D4E0EA"/>
          </a:solidFill>
          <a:ln xmlns:a="http://schemas.openxmlformats.org/drawingml/2006/main" w="0">
            <a:noFill/>
            <a:prstDash val="solid"/>
          </a:ln>
        </p:spPr>
      </p:sp>
      <p:sp>
        <p:nvSpPr>
          <p:cNvPr id="5" name="!!year-1972">
            <a:extLst xmlns:a="http://schemas.openxmlformats.org/drawingml/2006/main">
              <a:ext uri="{FF2B5EF4-FFF2-40B4-BE49-F238E27FC236}">
                <a16:creationId xmlns:a16="http://schemas.microsoft.com/office/drawing/2014/main" id="{88B2ACEA-273B-4838-BFE5-8F1B754A8097}"/>
              </a:ext>
            </a:extLst>
          </p:cNvPr>
          <p:cNvSpPr>
            <a:spLocks xmlns:a="http://schemas.openxmlformats.org/drawingml/2006/main" noGrp="1"/>
          </p:cNvSpPr>
          <p:nvPr/>
        </p:nvSpPr>
        <p:spPr>
          <a:xfrm xmlns:a="http://schemas.openxmlformats.org/drawingml/2006/main">
            <a:off x="781050" y="2619375"/>
            <a:ext cx="2266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2F80ED"/>
                </a:solidFill>
                <a:latin typeface="Noto Sans"/>
                <a:ea typeface="Noto Sans"/>
                <a:cs typeface="Noto Sans"/>
              </a:defRPr>
            </a:defPPr>
          </a:lstStyle>
          <a:p xmlns:a="http://schemas.openxmlformats.org/drawingml/2006/main">
            <a:pPr algn="l">
              <a:lnSpc>
                <a:spcPct val="112000"/>
              </a:lnSpc>
              <a:buNone/>
              <a:defRPr sz="4050" b="1">
                <a:solidFill>
                  <a:srgbClr val="2F80ED"/>
                </a:solidFill>
                <a:latin typeface="Noto Sans"/>
                <a:ea typeface="Noto Sans"/>
                <a:cs typeface="Noto Sans"/>
              </a:defRPr>
            </a:pPr>
            <a:r>
              <a:rPr sz="4050" b="1">
                <a:solidFill>
                  <a:srgbClr val="2F80ED"/>
                </a:solidFill>
                <a:latin typeface="Noto Sans"/>
                <a:ea typeface="Noto Sans"/>
                <a:cs typeface="Noto Sans"/>
              </a:rPr>
              <a:t>1972</a:t>
            </a:r>
          </a:p>
        </p:txBody>
      </p:sp>
      <p:sp>
        <p:nvSpPr>
          <p:cNvPr id="6" name="!!year-dot">
            <a:extLst xmlns:a="http://schemas.openxmlformats.org/drawingml/2006/main">
              <a:ext uri="{FF2B5EF4-FFF2-40B4-BE49-F238E27FC236}">
                <a16:creationId xmlns:a16="http://schemas.microsoft.com/office/drawing/2014/main" id="{DB6395D5-7015-44EC-964C-773B76EB7EB1}"/>
              </a:ext>
            </a:extLst>
          </p:cNvPr>
          <p:cNvSpPr>
            <a:spLocks xmlns:a="http://schemas.openxmlformats.org/drawingml/2006/main" noGrp="1"/>
          </p:cNvSpPr>
          <p:nvPr/>
        </p:nvSpPr>
        <p:spPr>
          <a:xfrm xmlns:a="http://schemas.openxmlformats.org/drawingml/2006/main">
            <a:off x="828675" y="3495675"/>
            <a:ext cx="247650" cy="2476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7" name="s4-label-0">
            <a:extLst xmlns:a="http://schemas.openxmlformats.org/drawingml/2006/main">
              <a:ext uri="{FF2B5EF4-FFF2-40B4-BE49-F238E27FC236}">
                <a16:creationId xmlns:a16="http://schemas.microsoft.com/office/drawing/2014/main" id="{7E8B572D-CA8D-4AB9-8F28-20581AE746EC}"/>
              </a:ext>
            </a:extLst>
          </p:cNvPr>
          <p:cNvSpPr>
            <a:spLocks xmlns:a="http://schemas.openxmlformats.org/drawingml/2006/main" noGrp="1"/>
          </p:cNvSpPr>
          <p:nvPr/>
        </p:nvSpPr>
        <p:spPr>
          <a:xfrm xmlns:a="http://schemas.openxmlformats.org/drawingml/2006/main">
            <a:off x="781050" y="3952875"/>
            <a:ext cx="23526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102A43"/>
                </a:solidFill>
                <a:latin typeface="Noto Sans"/>
                <a:ea typeface="Noto Sans"/>
                <a:cs typeface="Noto Sans"/>
              </a:defRPr>
            </a:defPPr>
          </a:lstStyle>
          <a:p xmlns:a="http://schemas.openxmlformats.org/drawingml/2006/main">
            <a:pPr algn="l">
              <a:lnSpc>
                <a:spcPct val="112000"/>
              </a:lnSpc>
              <a:buNone/>
              <a:defRPr sz="1950" b="1">
                <a:solidFill>
                  <a:srgbClr val="102A43"/>
                </a:solidFill>
                <a:latin typeface="Noto Sans"/>
                <a:ea typeface="Noto Sans"/>
                <a:cs typeface="Noto Sans"/>
              </a:defRPr>
            </a:pPr>
            <a:r>
              <a:rPr sz="1950" b="1">
                <a:solidFill>
                  <a:srgbClr val="102A43"/>
                </a:solidFill>
                <a:latin typeface="Noto Sans"/>
                <a:ea typeface="Noto Sans"/>
                <a:cs typeface="Noto Sans"/>
              </a:rPr>
              <a:t>Thành lập trường</a:t>
            </a:r>
          </a:p>
        </p:txBody>
      </p:sp>
      <p:sp>
        <p:nvSpPr>
          <p:cNvPr id="8" name="s4-year-1">
            <a:extLst xmlns:a="http://schemas.openxmlformats.org/drawingml/2006/main">
              <a:ext uri="{FF2B5EF4-FFF2-40B4-BE49-F238E27FC236}">
                <a16:creationId xmlns:a16="http://schemas.microsoft.com/office/drawing/2014/main" id="{E9A398AD-B430-440A-9CB4-6DECBB59AC3D}"/>
              </a:ext>
            </a:extLst>
          </p:cNvPr>
          <p:cNvSpPr>
            <a:spLocks xmlns:a="http://schemas.openxmlformats.org/drawingml/2006/main" noGrp="1"/>
          </p:cNvSpPr>
          <p:nvPr/>
        </p:nvSpPr>
        <p:spPr>
          <a:xfrm xmlns:a="http://schemas.openxmlformats.org/drawingml/2006/main">
            <a:off x="3552825" y="2619375"/>
            <a:ext cx="2266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02A43"/>
                </a:solidFill>
                <a:latin typeface="Noto Sans"/>
                <a:ea typeface="Noto Sans"/>
                <a:cs typeface="Noto Sans"/>
              </a:defRPr>
            </a:defPPr>
          </a:lstStyle>
          <a:p xmlns:a="http://schemas.openxmlformats.org/drawingml/2006/main">
            <a:pPr algn="l">
              <a:lnSpc>
                <a:spcPct val="112000"/>
              </a:lnSpc>
              <a:buNone/>
              <a:defRPr sz="4050" b="1">
                <a:solidFill>
                  <a:srgbClr val="102A43"/>
                </a:solidFill>
                <a:latin typeface="Noto Sans"/>
                <a:ea typeface="Noto Sans"/>
                <a:cs typeface="Noto Sans"/>
              </a:defRPr>
            </a:pPr>
            <a:r>
              <a:rPr sz="4050" b="1">
                <a:solidFill>
                  <a:srgbClr val="102A43"/>
                </a:solidFill>
                <a:latin typeface="Noto Sans"/>
                <a:ea typeface="Noto Sans"/>
                <a:cs typeface="Noto Sans"/>
              </a:rPr>
              <a:t>1979</a:t>
            </a:r>
          </a:p>
        </p:txBody>
      </p:sp>
      <p:sp>
        <p:nvSpPr>
          <p:cNvPr id="9" name="s4-dot-1">
            <a:extLst xmlns:a="http://schemas.openxmlformats.org/drawingml/2006/main">
              <a:ext uri="{FF2B5EF4-FFF2-40B4-BE49-F238E27FC236}">
                <a16:creationId xmlns:a16="http://schemas.microsoft.com/office/drawing/2014/main" id="{E22845F6-FC4C-4664-9D6C-08FBB5102977}"/>
              </a:ext>
            </a:extLst>
          </p:cNvPr>
          <p:cNvSpPr>
            <a:spLocks xmlns:a="http://schemas.openxmlformats.org/drawingml/2006/main" noGrp="1"/>
          </p:cNvSpPr>
          <p:nvPr/>
        </p:nvSpPr>
        <p:spPr>
          <a:xfrm xmlns:a="http://schemas.openxmlformats.org/drawingml/2006/main">
            <a:off x="3600450" y="3495675"/>
            <a:ext cx="247650" cy="2476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0" name="s4-label-1">
            <a:extLst xmlns:a="http://schemas.openxmlformats.org/drawingml/2006/main">
              <a:ext uri="{FF2B5EF4-FFF2-40B4-BE49-F238E27FC236}">
                <a16:creationId xmlns:a16="http://schemas.microsoft.com/office/drawing/2014/main" id="{CE5A29F8-2172-4667-B195-4C39E11F82E6}"/>
              </a:ext>
            </a:extLst>
          </p:cNvPr>
          <p:cNvSpPr>
            <a:spLocks xmlns:a="http://schemas.openxmlformats.org/drawingml/2006/main" noGrp="1"/>
          </p:cNvSpPr>
          <p:nvPr/>
        </p:nvSpPr>
        <p:spPr>
          <a:xfrm xmlns:a="http://schemas.openxmlformats.org/drawingml/2006/main">
            <a:off x="3552825" y="3952875"/>
            <a:ext cx="23526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02A43"/>
                </a:solidFill>
                <a:latin typeface="Noto Sans"/>
                <a:ea typeface="Noto Sans"/>
                <a:cs typeface="Noto Sans"/>
              </a:defRPr>
            </a:defPPr>
          </a:lstStyle>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Đổi tên thành</a:t>
            </a:r>
          </a:p>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Cấp III Xuân Mai</a:t>
            </a:r>
          </a:p>
        </p:txBody>
      </p:sp>
      <p:sp>
        <p:nvSpPr>
          <p:cNvPr id="11" name="s4-year-2">
            <a:extLst xmlns:a="http://schemas.openxmlformats.org/drawingml/2006/main">
              <a:ext uri="{FF2B5EF4-FFF2-40B4-BE49-F238E27FC236}">
                <a16:creationId xmlns:a16="http://schemas.microsoft.com/office/drawing/2014/main" id="{9D600E78-664D-4EB6-9B75-EE19ACFB493B}"/>
              </a:ext>
            </a:extLst>
          </p:cNvPr>
          <p:cNvSpPr>
            <a:spLocks xmlns:a="http://schemas.openxmlformats.org/drawingml/2006/main" noGrp="1"/>
          </p:cNvSpPr>
          <p:nvPr/>
        </p:nvSpPr>
        <p:spPr>
          <a:xfrm xmlns:a="http://schemas.openxmlformats.org/drawingml/2006/main">
            <a:off x="6324600" y="2619375"/>
            <a:ext cx="2266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02A43"/>
                </a:solidFill>
                <a:latin typeface="Noto Sans"/>
                <a:ea typeface="Noto Sans"/>
                <a:cs typeface="Noto Sans"/>
              </a:defRPr>
            </a:defPPr>
          </a:lstStyle>
          <a:p xmlns:a="http://schemas.openxmlformats.org/drawingml/2006/main">
            <a:pPr algn="l">
              <a:lnSpc>
                <a:spcPct val="112000"/>
              </a:lnSpc>
              <a:buNone/>
              <a:defRPr sz="4050" b="1">
                <a:solidFill>
                  <a:srgbClr val="102A43"/>
                </a:solidFill>
                <a:latin typeface="Noto Sans"/>
                <a:ea typeface="Noto Sans"/>
                <a:cs typeface="Noto Sans"/>
              </a:defRPr>
            </a:pPr>
            <a:r>
              <a:rPr sz="4050" b="1">
                <a:solidFill>
                  <a:srgbClr val="102A43"/>
                </a:solidFill>
                <a:latin typeface="Noto Sans"/>
                <a:ea typeface="Noto Sans"/>
                <a:cs typeface="Noto Sans"/>
              </a:rPr>
              <a:t>2008</a:t>
            </a:r>
          </a:p>
        </p:txBody>
      </p:sp>
      <p:sp>
        <p:nvSpPr>
          <p:cNvPr id="12" name="s4-dot-2">
            <a:extLst xmlns:a="http://schemas.openxmlformats.org/drawingml/2006/main">
              <a:ext uri="{FF2B5EF4-FFF2-40B4-BE49-F238E27FC236}">
                <a16:creationId xmlns:a16="http://schemas.microsoft.com/office/drawing/2014/main" id="{9DB76EF8-C505-422E-939E-3DD62DAB6434}"/>
              </a:ext>
            </a:extLst>
          </p:cNvPr>
          <p:cNvSpPr>
            <a:spLocks xmlns:a="http://schemas.openxmlformats.org/drawingml/2006/main" noGrp="1"/>
          </p:cNvSpPr>
          <p:nvPr/>
        </p:nvSpPr>
        <p:spPr>
          <a:xfrm xmlns:a="http://schemas.openxmlformats.org/drawingml/2006/main">
            <a:off x="6372225" y="3495675"/>
            <a:ext cx="247650" cy="2476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3" name="s4-label-2">
            <a:extLst xmlns:a="http://schemas.openxmlformats.org/drawingml/2006/main">
              <a:ext uri="{FF2B5EF4-FFF2-40B4-BE49-F238E27FC236}">
                <a16:creationId xmlns:a16="http://schemas.microsoft.com/office/drawing/2014/main" id="{1A9C0F3B-2677-43C3-8BD2-C27710571A0D}"/>
              </a:ext>
            </a:extLst>
          </p:cNvPr>
          <p:cNvSpPr>
            <a:spLocks xmlns:a="http://schemas.openxmlformats.org/drawingml/2006/main" noGrp="1"/>
          </p:cNvSpPr>
          <p:nvPr/>
        </p:nvSpPr>
        <p:spPr>
          <a:xfrm xmlns:a="http://schemas.openxmlformats.org/drawingml/2006/main">
            <a:off x="6324600" y="3952875"/>
            <a:ext cx="23526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02A43"/>
                </a:solidFill>
                <a:latin typeface="Noto Sans"/>
                <a:ea typeface="Noto Sans"/>
                <a:cs typeface="Noto Sans"/>
              </a:defRPr>
            </a:defPPr>
          </a:lstStyle>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Công nhận</a:t>
            </a:r>
          </a:p>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chuẩn quốc gia</a:t>
            </a:r>
          </a:p>
        </p:txBody>
      </p:sp>
      <p:sp>
        <p:nvSpPr>
          <p:cNvPr id="14" name="s4-year-3">
            <a:extLst xmlns:a="http://schemas.openxmlformats.org/drawingml/2006/main">
              <a:ext uri="{FF2B5EF4-FFF2-40B4-BE49-F238E27FC236}">
                <a16:creationId xmlns:a16="http://schemas.microsoft.com/office/drawing/2014/main" id="{B657FACC-D914-47DA-B412-26A840725B6B}"/>
              </a:ext>
            </a:extLst>
          </p:cNvPr>
          <p:cNvSpPr>
            <a:spLocks xmlns:a="http://schemas.openxmlformats.org/drawingml/2006/main" noGrp="1"/>
          </p:cNvSpPr>
          <p:nvPr/>
        </p:nvSpPr>
        <p:spPr>
          <a:xfrm xmlns:a="http://schemas.openxmlformats.org/drawingml/2006/main">
            <a:off x="9096375" y="2619375"/>
            <a:ext cx="2266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02A43"/>
                </a:solidFill>
                <a:latin typeface="Noto Sans"/>
                <a:ea typeface="Noto Sans"/>
                <a:cs typeface="Noto Sans"/>
              </a:defRPr>
            </a:defPPr>
          </a:lstStyle>
          <a:p xmlns:a="http://schemas.openxmlformats.org/drawingml/2006/main">
            <a:pPr algn="l">
              <a:lnSpc>
                <a:spcPct val="112000"/>
              </a:lnSpc>
              <a:buNone/>
              <a:defRPr sz="4050" b="1">
                <a:solidFill>
                  <a:srgbClr val="102A43"/>
                </a:solidFill>
                <a:latin typeface="Noto Sans"/>
                <a:ea typeface="Noto Sans"/>
                <a:cs typeface="Noto Sans"/>
              </a:defRPr>
            </a:pPr>
            <a:r>
              <a:rPr sz="4050" b="1">
                <a:solidFill>
                  <a:srgbClr val="102A43"/>
                </a:solidFill>
                <a:latin typeface="Noto Sans"/>
                <a:ea typeface="Noto Sans"/>
                <a:cs typeface="Noto Sans"/>
              </a:rPr>
              <a:t>2022</a:t>
            </a:r>
          </a:p>
        </p:txBody>
      </p:sp>
      <p:sp>
        <p:nvSpPr>
          <p:cNvPr id="15" name="s4-dot-3">
            <a:extLst xmlns:a="http://schemas.openxmlformats.org/drawingml/2006/main">
              <a:ext uri="{FF2B5EF4-FFF2-40B4-BE49-F238E27FC236}">
                <a16:creationId xmlns:a16="http://schemas.microsoft.com/office/drawing/2014/main" id="{9234E7F6-B85A-4EFF-985D-5AE1E79C5AB8}"/>
              </a:ext>
            </a:extLst>
          </p:cNvPr>
          <p:cNvSpPr>
            <a:spLocks xmlns:a="http://schemas.openxmlformats.org/drawingml/2006/main" noGrp="1"/>
          </p:cNvSpPr>
          <p:nvPr/>
        </p:nvSpPr>
        <p:spPr>
          <a:xfrm xmlns:a="http://schemas.openxmlformats.org/drawingml/2006/main">
            <a:off x="9144000" y="3495675"/>
            <a:ext cx="247650" cy="2476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6" name="s4-label-3">
            <a:extLst xmlns:a="http://schemas.openxmlformats.org/drawingml/2006/main">
              <a:ext uri="{FF2B5EF4-FFF2-40B4-BE49-F238E27FC236}">
                <a16:creationId xmlns:a16="http://schemas.microsoft.com/office/drawing/2014/main" id="{B3E20016-5EAD-43C3-A6DB-490852B1944D}"/>
              </a:ext>
            </a:extLst>
          </p:cNvPr>
          <p:cNvSpPr>
            <a:spLocks xmlns:a="http://schemas.openxmlformats.org/drawingml/2006/main" noGrp="1"/>
          </p:cNvSpPr>
          <p:nvPr/>
        </p:nvSpPr>
        <p:spPr>
          <a:xfrm xmlns:a="http://schemas.openxmlformats.org/drawingml/2006/main">
            <a:off x="9096375" y="3952875"/>
            <a:ext cx="23526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02A43"/>
                </a:solidFill>
                <a:latin typeface="Noto Sans"/>
                <a:ea typeface="Noto Sans"/>
                <a:cs typeface="Noto Sans"/>
              </a:defRPr>
            </a:defPPr>
          </a:lstStyle>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Kỷ niệm</a:t>
            </a:r>
          </a:p>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50 năm thành lập</a:t>
            </a:r>
          </a:p>
        </p:txBody>
      </p:sp>
      <p:sp>
        <p:nvSpPr>
          <p:cNvPr id="17" name="s4-reflection">
            <a:extLst xmlns:a="http://schemas.openxmlformats.org/drawingml/2006/main">
              <a:ext uri="{FF2B5EF4-FFF2-40B4-BE49-F238E27FC236}">
                <a16:creationId xmlns:a16="http://schemas.microsoft.com/office/drawing/2014/main" id="{F1507FF7-5026-44D5-989C-C444F13A15F8}"/>
              </a:ext>
            </a:extLst>
          </p:cNvPr>
          <p:cNvSpPr>
            <a:spLocks xmlns:a="http://schemas.openxmlformats.org/drawingml/2006/main" noGrp="1"/>
          </p:cNvSpPr>
          <p:nvPr/>
        </p:nvSpPr>
        <p:spPr>
          <a:xfrm xmlns:a="http://schemas.openxmlformats.org/drawingml/2006/main">
            <a:off x="685800" y="5381625"/>
            <a:ext cx="108204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526B7B"/>
                </a:solidFill>
                <a:latin typeface="Noto Sans"/>
                <a:ea typeface="Noto Sans"/>
                <a:cs typeface="Noto Sans"/>
              </a:defRPr>
            </a:defPPr>
          </a:lstStyle>
          <a:p xmlns:a="http://schemas.openxmlformats.org/drawingml/2006/main">
            <a:pPr algn="l">
              <a:lnSpc>
                <a:spcPct val="112000"/>
              </a:lnSpc>
              <a:buNone/>
              <a:defRPr sz="2100" b="0">
                <a:solidFill>
                  <a:srgbClr val="526B7B"/>
                </a:solidFill>
                <a:latin typeface="Noto Sans"/>
                <a:ea typeface="Noto Sans"/>
                <a:cs typeface="Noto Sans"/>
              </a:defRPr>
            </a:pPr>
            <a:r>
              <a:rPr sz="2100" b="0">
                <a:solidFill>
                  <a:srgbClr val="526B7B"/>
                </a:solidFill>
                <a:latin typeface="Noto Sans"/>
                <a:ea typeface="Noto Sans"/>
                <a:cs typeface="Noto Sans"/>
              </a:rPr>
              <a:t>Em muốn tiếp nối tinh thần học tập ấy bằng sự cố gắng của mình.</a:t>
            </a:r>
          </a:p>
        </p:txBody>
      </p:sp>
      <p:sp>
        <p:nvSpPr>
          <p:cNvPr id="18" name="s4-journey-0">
            <a:extLst xmlns:a="http://schemas.openxmlformats.org/drawingml/2006/main">
              <a:ext uri="{FF2B5EF4-FFF2-40B4-BE49-F238E27FC236}">
                <a16:creationId xmlns:a16="http://schemas.microsoft.com/office/drawing/2014/main" id="{5A9ACB09-508A-4E1B-B13A-3EFA2A344823}"/>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9" name="s4-journey-text-0">
            <a:extLst xmlns:a="http://schemas.openxmlformats.org/drawingml/2006/main">
              <a:ext uri="{FF2B5EF4-FFF2-40B4-BE49-F238E27FC236}">
                <a16:creationId xmlns:a16="http://schemas.microsoft.com/office/drawing/2014/main" id="{E92A00A2-3A38-40F7-ACA9-FA346345AD18}"/>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20" name="s4-journey-1">
            <a:extLst xmlns:a="http://schemas.openxmlformats.org/drawingml/2006/main">
              <a:ext uri="{FF2B5EF4-FFF2-40B4-BE49-F238E27FC236}">
                <a16:creationId xmlns:a16="http://schemas.microsoft.com/office/drawing/2014/main" id="{D8E91F21-31A3-4745-A69C-B2CE897C4059}"/>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21" name="s4-journey-text-1">
            <a:extLst xmlns:a="http://schemas.openxmlformats.org/drawingml/2006/main">
              <a:ext uri="{FF2B5EF4-FFF2-40B4-BE49-F238E27FC236}">
                <a16:creationId xmlns:a16="http://schemas.microsoft.com/office/drawing/2014/main" id="{6CAF2333-62EE-4CCF-BCBF-4CDA668801B3}"/>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22" name="s4-journey-2">
            <a:extLst xmlns:a="http://schemas.openxmlformats.org/drawingml/2006/main">
              <a:ext uri="{FF2B5EF4-FFF2-40B4-BE49-F238E27FC236}">
                <a16:creationId xmlns:a16="http://schemas.microsoft.com/office/drawing/2014/main" id="{A1583C5B-E523-458B-8849-8780CE6383D2}"/>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3" name="s4-journey-text-2">
            <a:extLst xmlns:a="http://schemas.openxmlformats.org/drawingml/2006/main">
              <a:ext uri="{FF2B5EF4-FFF2-40B4-BE49-F238E27FC236}">
                <a16:creationId xmlns:a16="http://schemas.microsoft.com/office/drawing/2014/main" id="{268F477F-E912-47DA-951F-C8472C2459E7}"/>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24" name="s4-journey-3">
            <a:extLst xmlns:a="http://schemas.openxmlformats.org/drawingml/2006/main">
              <a:ext uri="{FF2B5EF4-FFF2-40B4-BE49-F238E27FC236}">
                <a16:creationId xmlns:a16="http://schemas.microsoft.com/office/drawing/2014/main" id="{20327F84-24D5-468E-8AF4-E856058793F7}"/>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5" name="s4-journey-text-3">
            <a:extLst xmlns:a="http://schemas.openxmlformats.org/drawingml/2006/main">
              <a:ext uri="{FF2B5EF4-FFF2-40B4-BE49-F238E27FC236}">
                <a16:creationId xmlns:a16="http://schemas.microsoft.com/office/drawing/2014/main" id="{2F3834C7-3B56-4126-996E-F25829457755}"/>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26" name="s4-source">
            <a:extLst xmlns:a="http://schemas.openxmlformats.org/drawingml/2006/main">
              <a:ext uri="{FF2B5EF4-FFF2-40B4-BE49-F238E27FC236}">
                <a16:creationId xmlns:a16="http://schemas.microsoft.com/office/drawing/2014/main" id="{A40A07D9-8D04-4793-A983-0714173DB131}"/>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bài lịch sử trường và hội diễn năm 2022</a:t>
            </a:r>
          </a:p>
        </p:txBody>
      </p:sp>
      <p:sp>
        <p:nvSpPr>
          <p:cNvPr id="27" name="s4-page">
            <a:extLst xmlns:a="http://schemas.openxmlformats.org/drawingml/2006/main">
              <a:ext uri="{FF2B5EF4-FFF2-40B4-BE49-F238E27FC236}">
                <a16:creationId xmlns:a16="http://schemas.microsoft.com/office/drawing/2014/main" id="{2A51F8EC-C6BD-4580-A634-4F27001CA65A}"/>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04</a:t>
            </a:r>
          </a:p>
        </p:txBody>
      </p:sp>
    </p:spTree>
    <p:extLst>
      <p:ext uri="{BB962C8B-B14F-4D97-AF65-F5344CB8AC3E}">
        <p14:creationId val="334369092"/>
      </p:ext>
    </p:extLst>
  </p:cSld>
  <mc:AlternateContent>
    <mc:Choice Requires="p159">
      <p:transition spd="slow" advClick="1" p14:dur="1000">
        <p159: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dur="2100" fill="hold">
                      <p:stCondLst>
                        <p:cond delay="0"/>
                      </p:stCondLst>
                      <p:childTnLst>
                        <p:par>
                          <p:cTn id="4" dur="2100" fill="hold">
                            <p:stCondLst>
                              <p:cond delay="0"/>
                            </p:stCondLst>
                            <p:childTnLst>
                              <p:par>
                                <p:cTn id="5" presetID="22" presetClass="entr" dur="650" fill="hold" grpId="0" nodeType="withEffect">
                                  <p:stCondLst>
                                    <p:cond delay="15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650" fill="hold"/>
                                        <p:tgtEl>
                                          <p:spTgt spid="8"/>
                                        </p:tgtEl>
                                      </p:cBhvr>
                                    </p:animEffect>
                                  </p:childTnLst>
                                </p:cTn>
                              </p:par>
                              <p:par>
                                <p:cTn id="8" presetID="22" presetClass="entr" dur="650" fill="hold" grpId="0" nodeType="withEffect">
                                  <p:stCondLst>
                                    <p:cond delay="15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650" fill="hold"/>
                                        <p:tgtEl>
                                          <p:spTgt spid="9"/>
                                        </p:tgtEl>
                                      </p:cBhvr>
                                    </p:animEffect>
                                  </p:childTnLst>
                                </p:cTn>
                              </p:par>
                              <p:par>
                                <p:cTn id="11" presetID="22" presetClass="entr" dur="650" fill="hold" grpId="0" nodeType="withEffect">
                                  <p:stCondLst>
                                    <p:cond delay="150"/>
                                  </p:stCondLst>
                                  <p:childTnLst>
                                    <p:set>
                                      <p:cBhvr>
                                        <p:cTn id="12" dur="1" fill="hold">
                                          <p:stCondLst>
                                            <p:cond delay="0"/>
                                          </p:stCondLst>
                                        </p:cTn>
                                        <p:tgtEl>
                                          <p:spTgt spid="7"/>
                                        </p:tgtEl>
                                        <p:attrNameLst>
                                          <p:attrName>style.visibility</p:attrName>
                                        </p:attrNameLst>
                                      </p:cBhvr>
                                      <p:to>
                                        <p:strVal val="visible"/>
                                      </p:to>
                                    </p:set>
                                    <p:animEffect transition="in" filter="wipe(right)">
                                      <p:cBhvr>
                                        <p:cTn id="13" dur="650" fill="hold"/>
                                        <p:tgtEl>
                                          <p:spTgt spid="7"/>
                                        </p:tgtEl>
                                      </p:cBhvr>
                                    </p:animEffect>
                                  </p:childTnLst>
                                </p:cTn>
                              </p:par>
                              <p:par>
                                <p:cTn id="14" presetID="22" presetClass="entr" dur="650" fill="hold" grpId="0" nodeType="withEffect">
                                  <p:stCondLst>
                                    <p:cond delay="15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650" fill="hold"/>
                                        <p:tgtEl>
                                          <p:spTgt spid="10"/>
                                        </p:tgtEl>
                                      </p:cBhvr>
                                    </p:animEffect>
                                  </p:childTnLst>
                                </p:cTn>
                              </p:par>
                              <p:par>
                                <p:cTn id="17" presetID="22" presetClass="entr" dur="600" fill="hold" grpId="0" nodeType="withEffect">
                                  <p:stCondLst>
                                    <p:cond delay="850"/>
                                  </p:stCondLst>
                                  <p:childTnLst>
                                    <p:set>
                                      <p:cBhvr>
                                        <p:cTn id="18" dur="1" fill="hold">
                                          <p:stCondLst>
                                            <p:cond delay="0"/>
                                          </p:stCondLst>
                                        </p:cTn>
                                        <p:tgtEl>
                                          <p:spTgt spid="11"/>
                                        </p:tgtEl>
                                        <p:attrNameLst>
                                          <p:attrName>style.visibility</p:attrName>
                                        </p:attrNameLst>
                                      </p:cBhvr>
                                      <p:to>
                                        <p:strVal val="visible"/>
                                      </p:to>
                                    </p:set>
                                    <p:animEffect transition="in" filter="wipe(right)">
                                      <p:cBhvr>
                                        <p:cTn id="19" dur="600" fill="hold"/>
                                        <p:tgtEl>
                                          <p:spTgt spid="11"/>
                                        </p:tgtEl>
                                      </p:cBhvr>
                                    </p:animEffect>
                                  </p:childTnLst>
                                </p:cTn>
                              </p:par>
                              <p:par>
                                <p:cTn id="20" presetID="22" presetClass="entr" dur="600" fill="hold" grpId="0" nodeType="withEffect">
                                  <p:stCondLst>
                                    <p:cond delay="850"/>
                                  </p:stCondLst>
                                  <p:childTnLst>
                                    <p:set>
                                      <p:cBhvr>
                                        <p:cTn id="21" dur="1" fill="hold">
                                          <p:stCondLst>
                                            <p:cond delay="0"/>
                                          </p:stCondLst>
                                        </p:cTn>
                                        <p:tgtEl>
                                          <p:spTgt spid="12"/>
                                        </p:tgtEl>
                                        <p:attrNameLst>
                                          <p:attrName>style.visibility</p:attrName>
                                        </p:attrNameLst>
                                      </p:cBhvr>
                                      <p:to>
                                        <p:strVal val="visible"/>
                                      </p:to>
                                    </p:set>
                                    <p:animEffect transition="in" filter="wipe(right)">
                                      <p:cBhvr>
                                        <p:cTn id="22" dur="600" fill="hold"/>
                                        <p:tgtEl>
                                          <p:spTgt spid="12"/>
                                        </p:tgtEl>
                                      </p:cBhvr>
                                    </p:animEffect>
                                  </p:childTnLst>
                                </p:cTn>
                              </p:par>
                              <p:par>
                                <p:cTn id="23" presetID="22" presetClass="entr" dur="600" fill="hold" grpId="0" nodeType="withEffect">
                                  <p:stCondLst>
                                    <p:cond delay="85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600" fill="hold"/>
                                        <p:tgtEl>
                                          <p:spTgt spid="13"/>
                                        </p:tgtEl>
                                      </p:cBhvr>
                                    </p:animEffect>
                                  </p:childTnLst>
                                </p:cTn>
                              </p:par>
                              <p:par>
                                <p:cTn id="26" presetID="22" presetClass="entr" dur="600" fill="hold" grpId="0" nodeType="withEffect">
                                  <p:stCondLst>
                                    <p:cond delay="150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600" fill="hold"/>
                                        <p:tgtEl>
                                          <p:spTgt spid="14"/>
                                        </p:tgtEl>
                                      </p:cBhvr>
                                    </p:animEffect>
                                  </p:childTnLst>
                                </p:cTn>
                              </p:par>
                              <p:par>
                                <p:cTn id="29" presetID="22" presetClass="entr" dur="600" fill="hold" grpId="0" nodeType="withEffect">
                                  <p:stCondLst>
                                    <p:cond delay="150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600" fill="hold"/>
                                        <p:tgtEl>
                                          <p:spTgt spid="15"/>
                                        </p:tgtEl>
                                      </p:cBhvr>
                                    </p:animEffect>
                                  </p:childTnLst>
                                </p:cTn>
                              </p:par>
                              <p:par>
                                <p:cTn id="32" presetID="22" presetClass="entr" dur="600" fill="hold" grpId="0" nodeType="withEffect">
                                  <p:stCondLst>
                                    <p:cond delay="150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600" fill="hold"/>
                                        <p:tgtEl>
                                          <p:spTgt spid="16"/>
                                        </p:tgtEl>
                                      </p:cBhvr>
                                    </p:animEffect>
                                  </p:childTnLst>
                                </p:cTn>
                              </p:par>
                              <p:par>
                                <p:cTn id="35" presetID="22" presetClass="entr" dur="600" fill="hold" grpId="0" nodeType="withEffect">
                                  <p:stCondLst>
                                    <p:cond delay="1500"/>
                                  </p:stCondLst>
                                  <p:childTnLst>
                                    <p:set>
                                      <p:cBhvr>
                                        <p:cTn id="36" dur="1" fill="hold">
                                          <p:stCondLst>
                                            <p:cond delay="0"/>
                                          </p:stCondLst>
                                        </p:cTn>
                                        <p:tgtEl>
                                          <p:spTgt spid="17"/>
                                        </p:tgtEl>
                                        <p:attrNameLst>
                                          <p:attrName>style.visibility</p:attrName>
                                        </p:attrNameLst>
                                      </p:cBhvr>
                                      <p:to>
                                        <p:strVal val="visible"/>
                                      </p:to>
                                    </p:set>
                                    <p:animEffect transition="in" filter="wipe(right)">
                                      <p:cBhvr>
                                        <p:cTn id="37" dur="600" fill="hold"/>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7"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Lst>
  </p:timing>
</p:sld>
</file>

<file path=ppt/slides/slide5.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s5-header-rule">
            <a:extLst xmlns:a="http://schemas.openxmlformats.org/drawingml/2006/main">
              <a:ext uri="{FF2B5EF4-FFF2-40B4-BE49-F238E27FC236}">
                <a16:creationId xmlns:a16="http://schemas.microsoft.com/office/drawing/2014/main" id="{B2E83528-EFB6-440D-A022-F06BA9B69B6E}"/>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5-title">
            <a:extLst xmlns:a="http://schemas.openxmlformats.org/drawingml/2006/main">
              <a:ext uri="{FF2B5EF4-FFF2-40B4-BE49-F238E27FC236}">
                <a16:creationId xmlns:a16="http://schemas.microsoft.com/office/drawing/2014/main" id="{6449A9F4-F4C1-43A5-B780-AC70E635BD14}"/>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Vị trí của ngôi trường</a:t>
            </a:r>
          </a:p>
        </p:txBody>
      </p:sp>
      <p:sp>
        <p:nvSpPr>
          <p:cNvPr id="3" name="s5-locality">
            <a:extLst xmlns:a="http://schemas.openxmlformats.org/drawingml/2006/main">
              <a:ext uri="{FF2B5EF4-FFF2-40B4-BE49-F238E27FC236}">
                <a16:creationId xmlns:a16="http://schemas.microsoft.com/office/drawing/2014/main" id="{48E84498-112B-4660-A89F-84895945133A}"/>
              </a:ext>
            </a:extLst>
          </p:cNvPr>
          <p:cNvSpPr>
            <a:spLocks xmlns:a="http://schemas.openxmlformats.org/drawingml/2006/main" noGrp="1"/>
          </p:cNvSpPr>
          <p:nvPr/>
        </p:nvSpPr>
        <p:spPr>
          <a:xfrm xmlns:a="http://schemas.openxmlformats.org/drawingml/2006/main">
            <a:off x="685800" y="1876425"/>
            <a:ext cx="49720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925" b="1">
                <a:solidFill>
                  <a:srgbClr val="2F80ED"/>
                </a:solidFill>
                <a:latin typeface="Noto Sans"/>
                <a:ea typeface="Noto Sans"/>
                <a:cs typeface="Noto Sans"/>
              </a:defRPr>
            </a:defPPr>
          </a:lstStyle>
          <a:p xmlns:a="http://schemas.openxmlformats.org/drawingml/2006/main">
            <a:pPr algn="l">
              <a:lnSpc>
                <a:spcPct val="112000"/>
              </a:lnSpc>
              <a:buNone/>
              <a:defRPr sz="2925" b="1">
                <a:solidFill>
                  <a:srgbClr val="2F80ED"/>
                </a:solidFill>
                <a:latin typeface="Noto Sans"/>
                <a:ea typeface="Noto Sans"/>
                <a:cs typeface="Noto Sans"/>
              </a:defRPr>
            </a:pPr>
            <a:r>
              <a:rPr sz="2925" b="1">
                <a:solidFill>
                  <a:srgbClr val="2F80ED"/>
                </a:solidFill>
                <a:latin typeface="Noto Sans"/>
                <a:ea typeface="Noto Sans"/>
                <a:cs typeface="Noto Sans"/>
              </a:rPr>
              <a:t>Khu Tân Bình</a:t>
            </a:r>
          </a:p>
          <a:p xmlns:a="http://schemas.openxmlformats.org/drawingml/2006/main">
            <a:pPr algn="l">
              <a:lnSpc>
                <a:spcPct val="112000"/>
              </a:lnSpc>
              <a:buNone/>
              <a:defRPr sz="2925" b="1">
                <a:solidFill>
                  <a:srgbClr val="2F80ED"/>
                </a:solidFill>
                <a:latin typeface="Noto Sans"/>
                <a:ea typeface="Noto Sans"/>
                <a:cs typeface="Noto Sans"/>
              </a:defRPr>
            </a:pPr>
            <a:r>
              <a:rPr sz="2925" b="1">
                <a:solidFill>
                  <a:srgbClr val="2F80ED"/>
                </a:solidFill>
                <a:latin typeface="Noto Sans"/>
                <a:ea typeface="Noto Sans"/>
                <a:cs typeface="Noto Sans"/>
              </a:rPr>
              <a:t>Xuân Mai, Hà Nội</a:t>
            </a:r>
          </a:p>
        </p:txBody>
      </p:sp>
      <p:sp>
        <p:nvSpPr>
          <p:cNvPr id="4" name="s5-commune">
            <a:extLst xmlns:a="http://schemas.openxmlformats.org/drawingml/2006/main">
              <a:ext uri="{FF2B5EF4-FFF2-40B4-BE49-F238E27FC236}">
                <a16:creationId xmlns:a16="http://schemas.microsoft.com/office/drawing/2014/main" id="{08C39878-712B-48D8-899E-ECDB97310829}"/>
              </a:ext>
            </a:extLst>
          </p:cNvPr>
          <p:cNvSpPr>
            <a:spLocks xmlns:a="http://schemas.openxmlformats.org/drawingml/2006/main" noGrp="1"/>
          </p:cNvSpPr>
          <p:nvPr/>
        </p:nvSpPr>
        <p:spPr>
          <a:xfrm xmlns:a="http://schemas.openxmlformats.org/drawingml/2006/main">
            <a:off x="685800" y="3190875"/>
            <a:ext cx="5124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Địa bàn xã Xuân Mai</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theo hướng dẫn tuyển sinh của Sở năm 2026</a:t>
            </a:r>
          </a:p>
        </p:txBody>
      </p:sp>
      <p:sp>
        <p:nvSpPr>
          <p:cNvPr id="5" name="!!campus-border">
            <a:extLst xmlns:a="http://schemas.openxmlformats.org/drawingml/2006/main">
              <a:ext uri="{FF2B5EF4-FFF2-40B4-BE49-F238E27FC236}">
                <a16:creationId xmlns:a16="http://schemas.microsoft.com/office/drawing/2014/main" id="{E1ACBD4E-0365-4D82-A6D0-8C6C173EF751}"/>
              </a:ext>
            </a:extLst>
          </p:cNvPr>
          <p:cNvSpPr>
            <a:spLocks xmlns:a="http://schemas.openxmlformats.org/drawingml/2006/main" noGrp="1"/>
          </p:cNvSpPr>
          <p:nvPr/>
        </p:nvSpPr>
        <p:spPr>
          <a:xfrm xmlns:a="http://schemas.openxmlformats.org/drawingml/2006/main">
            <a:off x="6076950" y="1724025"/>
            <a:ext cx="5429250" cy="2409825"/>
          </a:xfrm>
          <a:prstGeom xmlns:a="http://schemas.openxmlformats.org/drawingml/2006/main" prst="rect">
            <a:avLst/>
          </a:prstGeom>
          <a:solidFill xmlns:a="http://schemas.openxmlformats.org/drawingml/2006/main">
            <a:srgbClr val="F7FAFC"/>
          </a:solidFill>
          <a:ln xmlns:a="http://schemas.openxmlformats.org/drawingml/2006/main" w="14288">
            <a:solidFill>
              <a:srgbClr val="D4E0EA"/>
            </a:solidFill>
            <a:prstDash val="solid"/>
          </a:ln>
        </p:spPr>
      </p:sp>
      <p:pic>
        <p:nvPicPr>
          <p:cNvPr id="6" name="!!campus-photo" descr="Dãy nhà trường phía sau tập thể thầy cô trong ảnh giới thiệu trên website, không công bố ngày chụp">
            <a:extLst xmlns:a="http://schemas.openxmlformats.org/drawingml/2006/main">
              <a:ext uri="{FF2B5EF4-FFF2-40B4-BE49-F238E27FC236}">
                <a16:creationId xmlns:a16="http://schemas.microsoft.com/office/drawing/2014/main" id="{5D509C95-181D-4D03-8E5C-ECF892101F51}"/>
              </a:ext>
            </a:extLst>
          </p:cNvPr>
          <p:cNvPicPr>
            <a:picLocks xmlns:a="http://schemas.openxmlformats.org/drawingml/2006/main" noChangeAspect="1"/>
          </p:cNvPicPr>
          <p:nvPr/>
        </p:nvPicPr>
        <p:blipFill>
          <a:blip xmlns:r="http://schemas.openxmlformats.org/officeDocument/2006/relationships" xmlns:a="http://schemas.openxmlformats.org/drawingml/2006/main" r:embed="Ra6389ab0fd304225"/>
          <a:stretch xmlns:a="http://schemas.openxmlformats.org/drawingml/2006/main"/>
        </p:blipFill>
        <p:spPr>
          <a:xfrm xmlns:a="http://schemas.openxmlformats.org/drawingml/2006/main">
            <a:off x="6092993" y="1733550"/>
            <a:ext cx="5397164" cy="2390775"/>
          </a:xfrm>
          <a:prstGeom xmlns:a="http://schemas.openxmlformats.org/drawingml/2006/main" prst="rect">
            <a:avLst/>
          </a:prstGeom>
        </p:spPr>
      </p:pic>
      <p:sp>
        <p:nvSpPr>
          <p:cNvPr id="7" name="s5-photo-caption">
            <a:extLst xmlns:a="http://schemas.openxmlformats.org/drawingml/2006/main">
              <a:ext uri="{FF2B5EF4-FFF2-40B4-BE49-F238E27FC236}">
                <a16:creationId xmlns:a16="http://schemas.microsoft.com/office/drawing/2014/main" id="{AA3E5A0C-8881-44BA-B333-BF7217B8D972}"/>
              </a:ext>
            </a:extLst>
          </p:cNvPr>
          <p:cNvSpPr>
            <a:spLocks xmlns:a="http://schemas.openxmlformats.org/drawingml/2006/main" noGrp="1"/>
          </p:cNvSpPr>
          <p:nvPr/>
        </p:nvSpPr>
        <p:spPr>
          <a:xfrm xmlns:a="http://schemas.openxmlformats.org/drawingml/2006/main">
            <a:off x="6076950" y="432435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526B7B"/>
                </a:solidFill>
                <a:latin typeface="Noto Sans"/>
                <a:ea typeface="Noto Sans"/>
                <a:cs typeface="Noto Sans"/>
              </a:defRPr>
            </a:defPPr>
          </a:lstStyle>
          <a:p xmlns:a="http://schemas.openxmlformats.org/drawingml/2006/main">
            <a:pPr algn="l">
              <a:lnSpc>
                <a:spcPct val="112000"/>
              </a:lnSpc>
              <a:buNone/>
              <a:defRPr sz="1200" b="0">
                <a:solidFill>
                  <a:srgbClr val="526B7B"/>
                </a:solidFill>
                <a:latin typeface="Noto Sans"/>
                <a:ea typeface="Noto Sans"/>
                <a:cs typeface="Noto Sans"/>
              </a:defRPr>
            </a:pPr>
            <a:r>
              <a:rPr sz="1200" b="0">
                <a:solidFill>
                  <a:srgbClr val="526B7B"/>
                </a:solidFill>
                <a:latin typeface="Noto Sans"/>
                <a:ea typeface="Noto Sans"/>
                <a:cs typeface="Noto Sans"/>
              </a:rPr>
              <a:t>Ảnh giới thiệu trên website chính thức</a:t>
            </a:r>
          </a:p>
        </p:txBody>
      </p:sp>
      <p:sp>
        <p:nvSpPr>
          <p:cNvPr id="8" name="s5-route-now">
            <a:extLst xmlns:a="http://schemas.openxmlformats.org/drawingml/2006/main">
              <a:ext uri="{FF2B5EF4-FFF2-40B4-BE49-F238E27FC236}">
                <a16:creationId xmlns:a16="http://schemas.microsoft.com/office/drawing/2014/main" id="{E366176D-527A-4C43-BD52-90F40D79BC3C}"/>
              </a:ext>
            </a:extLst>
          </p:cNvPr>
          <p:cNvSpPr>
            <a:spLocks xmlns:a="http://schemas.openxmlformats.org/drawingml/2006/main" noGrp="1"/>
          </p:cNvSpPr>
          <p:nvPr/>
        </p:nvSpPr>
        <p:spPr>
          <a:xfrm xmlns:a="http://schemas.openxmlformats.org/drawingml/2006/main">
            <a:off x="685800" y="4686300"/>
            <a:ext cx="3381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102A43"/>
                </a:solidFill>
                <a:latin typeface="Noto Sans"/>
                <a:ea typeface="Noto Sans"/>
                <a:cs typeface="Noto Sans"/>
              </a:defRPr>
            </a:defPPr>
          </a:lstStyle>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THCS Tân Tiến</a:t>
            </a:r>
          </a:p>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Phân hiệu 2</a:t>
            </a:r>
          </a:p>
        </p:txBody>
      </p:sp>
      <p:sp>
        <p:nvSpPr>
          <p:cNvPr id="9" name="s5-route-bar">
            <a:extLst xmlns:a="http://schemas.openxmlformats.org/drawingml/2006/main">
              <a:ext uri="{FF2B5EF4-FFF2-40B4-BE49-F238E27FC236}">
                <a16:creationId xmlns:a16="http://schemas.microsoft.com/office/drawing/2014/main" id="{65C21D7B-6688-45B7-A3CD-881766882E64}"/>
              </a:ext>
            </a:extLst>
          </p:cNvPr>
          <p:cNvSpPr>
            <a:spLocks xmlns:a="http://schemas.openxmlformats.org/drawingml/2006/main" noGrp="1"/>
          </p:cNvSpPr>
          <p:nvPr/>
        </p:nvSpPr>
        <p:spPr>
          <a:xfrm xmlns:a="http://schemas.openxmlformats.org/drawingml/2006/main">
            <a:off x="4324350" y="5048250"/>
            <a:ext cx="2143125" cy="3810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0" name="s5-route-arrow">
            <a:extLst xmlns:a="http://schemas.openxmlformats.org/drawingml/2006/main">
              <a:ext uri="{FF2B5EF4-FFF2-40B4-BE49-F238E27FC236}">
                <a16:creationId xmlns:a16="http://schemas.microsoft.com/office/drawing/2014/main" id="{548CDE35-8744-4189-91CE-699E0E12BC7C}"/>
              </a:ext>
            </a:extLst>
          </p:cNvPr>
          <p:cNvSpPr>
            <a:spLocks xmlns:a="http://schemas.openxmlformats.org/drawingml/2006/main" noGrp="1"/>
          </p:cNvSpPr>
          <p:nvPr/>
        </p:nvSpPr>
        <p:spPr>
          <a:xfrm xmlns:a="http://schemas.openxmlformats.org/drawingml/2006/main">
            <a:off x="6305550" y="4924425"/>
            <a:ext cx="381000" cy="285750"/>
          </a:xfrm>
          <a:prstGeom xmlns:a="http://schemas.openxmlformats.org/drawingml/2006/main" prst="rightArrow">
            <a:avLst/>
          </a:prstGeom>
          <a:solidFill xmlns:a="http://schemas.openxmlformats.org/drawingml/2006/main">
            <a:srgbClr val="2F80ED"/>
          </a:solidFill>
          <a:ln xmlns:a="http://schemas.openxmlformats.org/drawingml/2006/main" w="0">
            <a:noFill/>
            <a:prstDash val="solid"/>
          </a:ln>
        </p:spPr>
      </p:sp>
      <p:sp>
        <p:nvSpPr>
          <p:cNvPr id="11" name="s5-route-target">
            <a:extLst xmlns:a="http://schemas.openxmlformats.org/drawingml/2006/main">
              <a:ext uri="{FF2B5EF4-FFF2-40B4-BE49-F238E27FC236}">
                <a16:creationId xmlns:a16="http://schemas.microsoft.com/office/drawing/2014/main" id="{AF2D06CE-2E6D-4BBB-8409-89A10DA205B6}"/>
              </a:ext>
            </a:extLst>
          </p:cNvPr>
          <p:cNvSpPr>
            <a:spLocks xmlns:a="http://schemas.openxmlformats.org/drawingml/2006/main" noGrp="1"/>
          </p:cNvSpPr>
          <p:nvPr/>
        </p:nvSpPr>
        <p:spPr>
          <a:xfrm xmlns:a="http://schemas.openxmlformats.org/drawingml/2006/main">
            <a:off x="7162800" y="4686300"/>
            <a:ext cx="4324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102A43"/>
                </a:solidFill>
                <a:latin typeface="Noto Sans"/>
                <a:ea typeface="Noto Sans"/>
                <a:cs typeface="Noto Sans"/>
              </a:defRPr>
            </a:defPPr>
          </a:lstStyle>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THPT Xuân Mai</a:t>
            </a:r>
          </a:p>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Mục tiêu học tập</a:t>
            </a:r>
          </a:p>
        </p:txBody>
      </p:sp>
      <p:sp>
        <p:nvSpPr>
          <p:cNvPr id="12" name="s5-route-note">
            <a:extLst xmlns:a="http://schemas.openxmlformats.org/drawingml/2006/main">
              <a:ext uri="{FF2B5EF4-FFF2-40B4-BE49-F238E27FC236}">
                <a16:creationId xmlns:a16="http://schemas.microsoft.com/office/drawing/2014/main" id="{268D0C6A-8AE5-4F2F-B059-947881B711C8}"/>
              </a:ext>
            </a:extLst>
          </p:cNvPr>
          <p:cNvSpPr>
            <a:spLocks xmlns:a="http://schemas.openxmlformats.org/drawingml/2006/main" noGrp="1"/>
          </p:cNvSpPr>
          <p:nvPr/>
        </p:nvSpPr>
        <p:spPr>
          <a:xfrm xmlns:a="http://schemas.openxmlformats.org/drawingml/2006/main">
            <a:off x="685800" y="57721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B7B"/>
                </a:solidFill>
                <a:latin typeface="Noto Sans"/>
                <a:ea typeface="Noto Sans"/>
                <a:cs typeface="Noto Sans"/>
              </a:defRPr>
            </a:defPPr>
          </a:lstStyle>
          <a:p xmlns:a="http://schemas.openxmlformats.org/drawingml/2006/main">
            <a:pPr algn="l">
              <a:lnSpc>
                <a:spcPct val="112000"/>
              </a:lnSpc>
              <a:buNone/>
              <a:defRPr sz="1350" b="0">
                <a:solidFill>
                  <a:srgbClr val="526B7B"/>
                </a:solidFill>
                <a:latin typeface="Noto Sans"/>
                <a:ea typeface="Noto Sans"/>
                <a:cs typeface="Noto Sans"/>
              </a:defRPr>
            </a:pPr>
            <a:r>
              <a:rPr sz="1350" b="0">
                <a:solidFill>
                  <a:srgbClr val="526B7B"/>
                </a:solidFill>
                <a:latin typeface="Noto Sans"/>
                <a:ea typeface="Noto Sans"/>
                <a:cs typeface="Noto Sans"/>
              </a:rPr>
              <a:t>Sơ đồ mục tiêu học tập, không thể hiện khoảng cách</a:t>
            </a:r>
          </a:p>
        </p:txBody>
      </p:sp>
      <p:sp>
        <p:nvSpPr>
          <p:cNvPr id="13" name="s5-journey-0">
            <a:extLst xmlns:a="http://schemas.openxmlformats.org/drawingml/2006/main">
              <a:ext uri="{FF2B5EF4-FFF2-40B4-BE49-F238E27FC236}">
                <a16:creationId xmlns:a16="http://schemas.microsoft.com/office/drawing/2014/main" id="{DBEA86AA-535E-4B9D-BB6A-6C35CD011099}"/>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4" name="s5-journey-text-0">
            <a:extLst xmlns:a="http://schemas.openxmlformats.org/drawingml/2006/main">
              <a:ext uri="{FF2B5EF4-FFF2-40B4-BE49-F238E27FC236}">
                <a16:creationId xmlns:a16="http://schemas.microsoft.com/office/drawing/2014/main" id="{C17FABD3-F9D1-4644-97DA-19D85DA8E5E3}"/>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5" name="s5-journey-1">
            <a:extLst xmlns:a="http://schemas.openxmlformats.org/drawingml/2006/main">
              <a:ext uri="{FF2B5EF4-FFF2-40B4-BE49-F238E27FC236}">
                <a16:creationId xmlns:a16="http://schemas.microsoft.com/office/drawing/2014/main" id="{9D10F622-4845-41A2-829E-5ADFB32F3396}"/>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6" name="s5-journey-text-1">
            <a:extLst xmlns:a="http://schemas.openxmlformats.org/drawingml/2006/main">
              <a:ext uri="{FF2B5EF4-FFF2-40B4-BE49-F238E27FC236}">
                <a16:creationId xmlns:a16="http://schemas.microsoft.com/office/drawing/2014/main" id="{678FDF74-2608-4C48-8048-51D6C3B32233}"/>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7" name="s5-journey-2">
            <a:extLst xmlns:a="http://schemas.openxmlformats.org/drawingml/2006/main">
              <a:ext uri="{FF2B5EF4-FFF2-40B4-BE49-F238E27FC236}">
                <a16:creationId xmlns:a16="http://schemas.microsoft.com/office/drawing/2014/main" id="{57662A48-42B2-47FC-BB67-F652C3E76ADD}"/>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8" name="s5-journey-text-2">
            <a:extLst xmlns:a="http://schemas.openxmlformats.org/drawingml/2006/main">
              <a:ext uri="{FF2B5EF4-FFF2-40B4-BE49-F238E27FC236}">
                <a16:creationId xmlns:a16="http://schemas.microsoft.com/office/drawing/2014/main" id="{0A816BB5-64F0-4062-8FBD-4096AFA62881}"/>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9" name="s5-journey-3">
            <a:extLst xmlns:a="http://schemas.openxmlformats.org/drawingml/2006/main">
              <a:ext uri="{FF2B5EF4-FFF2-40B4-BE49-F238E27FC236}">
                <a16:creationId xmlns:a16="http://schemas.microsoft.com/office/drawing/2014/main" id="{C839ABDE-9931-47B3-944E-E46241D1EFBA}"/>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0" name="s5-journey-text-3">
            <a:extLst xmlns:a="http://schemas.openxmlformats.org/drawingml/2006/main">
              <a:ext uri="{FF2B5EF4-FFF2-40B4-BE49-F238E27FC236}">
                <a16:creationId xmlns:a16="http://schemas.microsoft.com/office/drawing/2014/main" id="{2CCC923A-E058-41D0-9AB2-3D4C85AA9916}"/>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21" name="s5-source">
            <a:extLst xmlns:a="http://schemas.openxmlformats.org/drawingml/2006/main">
              <a:ext uri="{FF2B5EF4-FFF2-40B4-BE49-F238E27FC236}">
                <a16:creationId xmlns:a16="http://schemas.microsoft.com/office/drawing/2014/main" id="{91ECD160-090E-421E-BA22-029CB9780AE6}"/>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trường và Sở GD&amp;ĐT Hà Nội, 2026</a:t>
            </a:r>
          </a:p>
        </p:txBody>
      </p:sp>
      <p:sp>
        <p:nvSpPr>
          <p:cNvPr id="22" name="s5-page">
            <a:extLst xmlns:a="http://schemas.openxmlformats.org/drawingml/2006/main">
              <a:ext uri="{FF2B5EF4-FFF2-40B4-BE49-F238E27FC236}">
                <a16:creationId xmlns:a16="http://schemas.microsoft.com/office/drawing/2014/main" id="{04B84F4C-2871-40F4-9634-0E2E29A304DD}"/>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05</a:t>
            </a:r>
          </a:p>
        </p:txBody>
      </p:sp>
    </p:spTree>
    <p:extLst>
      <p:ext uri="{BB962C8B-B14F-4D97-AF65-F5344CB8AC3E}">
        <p14:creationId val="2013708918"/>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050" fill="hold">
                      <p:stCondLst>
                        <p:cond delay="0"/>
                      </p:stCondLst>
                      <p:childTnLst>
                        <p:par>
                          <p:cTn id="4" dur="20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fill="hold"/>
                                        <p:tgtEl>
                                          <p:spTgt spid="3"/>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fill="hold"/>
                                        <p:tgtEl>
                                          <p:spTgt spid="4"/>
                                        </p:tgtEl>
                                      </p:cBhvr>
                                    </p:animEffect>
                                  </p:childTnLst>
                                </p:cTn>
                              </p:par>
                              <p:par>
                                <p:cTn id="11" presetID="22" presetClass="entr" dur="600" fill="hold" grpId="0" nodeType="withEffect">
                                  <p:stCondLst>
                                    <p:cond delay="800"/>
                                  </p:stCondLst>
                                  <p:childTnLst>
                                    <p:set>
                                      <p:cBhvr>
                                        <p:cTn id="12" dur="1" fill="hold">
                                          <p:stCondLst>
                                            <p:cond delay="0"/>
                                          </p:stCondLst>
                                        </p:cTn>
                                        <p:tgtEl>
                                          <p:spTgt spid="8"/>
                                        </p:tgtEl>
                                        <p:attrNameLst>
                                          <p:attrName>style.visibility</p:attrName>
                                        </p:attrNameLst>
                                      </p:cBhvr>
                                      <p:to>
                                        <p:strVal val="visible"/>
                                      </p:to>
                                    </p:set>
                                    <p:animEffect transition="in" filter="wipe(right)">
                                      <p:cBhvr>
                                        <p:cTn id="13" dur="600" fill="hold"/>
                                        <p:tgtEl>
                                          <p:spTgt spid="8"/>
                                        </p:tgtEl>
                                      </p:cBhvr>
                                    </p:animEffect>
                                  </p:childTnLst>
                                </p:cTn>
                              </p:par>
                              <p:par>
                                <p:cTn id="14" presetID="22" presetClass="entr" dur="600" fill="hold" grpId="0" nodeType="withEffect">
                                  <p:stCondLst>
                                    <p:cond delay="80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600" fill="hold"/>
                                        <p:tgtEl>
                                          <p:spTgt spid="9"/>
                                        </p:tgtEl>
                                      </p:cBhvr>
                                    </p:animEffect>
                                  </p:childTnLst>
                                </p:cTn>
                              </p:par>
                              <p:par>
                                <p:cTn id="17" presetID="22" presetClass="entr" dur="600" fill="hold" grpId="0" nodeType="withEffect">
                                  <p:stCondLst>
                                    <p:cond delay="80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600" fill="hold"/>
                                        <p:tgtEl>
                                          <p:spTgt spid="10"/>
                                        </p:tgtEl>
                                      </p:cBhvr>
                                    </p:animEffect>
                                  </p:childTnLst>
                                </p:cTn>
                              </p:par>
                              <p:par>
                                <p:cTn id="20" presetID="22" presetClass="entr" dur="600" fill="hold" grpId="0" nodeType="withEffect">
                                  <p:stCondLst>
                                    <p:cond delay="80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600" fill="hold"/>
                                        <p:tgtEl>
                                          <p:spTgt spid="11"/>
                                        </p:tgtEl>
                                      </p:cBhvr>
                                    </p:animEffect>
                                  </p:childTnLst>
                                </p:cTn>
                              </p:par>
                              <p:par>
                                <p:cTn id="23" presetID="10" presetClass="entr" dur="600" fill="hold" grpId="0" nodeType="withEffect" presetSubtype="0">
                                  <p:stCondLst>
                                    <p:cond delay="145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600" fill="hold"/>
                                        <p:tgtEl>
                                          <p:spTgt spid="7"/>
                                        </p:tgtEl>
                                      </p:cBhvr>
                                    </p:animEffect>
                                  </p:childTnLst>
                                </p:cTn>
                              </p:par>
                              <p:par>
                                <p:cTn id="26" presetID="10" presetClass="entr" dur="600" fill="hold" grpId="0" nodeType="withEffect" presetSubtype="0">
                                  <p:stCondLst>
                                    <p:cond delay="145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60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8" grpId="0" build="allAtOnce" animBg="1"/>
      <p:bldP spid="9" grpId="0" build="allAtOnce" animBg="1"/>
      <p:bldP spid="10" grpId="0" build="allAtOnce" animBg="1"/>
      <p:bldP spid="11" grpId="0" build="allAtOnce" animBg="1"/>
      <p:bldP spid="7" grpId="0" build="allAtOnce" animBg="1"/>
      <p:bldP spid="12" grpId="0" build="allAtOnce" animBg="1"/>
    </p:bldLst>
  </p:timing>
</p:sld>
</file>

<file path=ppt/slides/slide6.xml><?xml version="1.0" encoding="utf-8"?>
<p:sld xmlns:p="http://schemas.openxmlformats.org/presentationml/2006/main" xmlns:p14="http://schemas.microsoft.com/office/powerpoint/2010/main" xmlns:mc="http://schemas.openxmlformats.org/markup-compatibility/2006" xmlns:p159="http://schemas.microsoft.com/office/powerpoint/2015/09/main" mc:Ignorable="p14 p159">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s6-header-rule">
            <a:extLst xmlns:a="http://schemas.openxmlformats.org/drawingml/2006/main">
              <a:ext uri="{FF2B5EF4-FFF2-40B4-BE49-F238E27FC236}">
                <a16:creationId xmlns:a16="http://schemas.microsoft.com/office/drawing/2014/main" id="{122AC0A2-CF28-4805-AD1A-16767FA34B7D}"/>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6-title">
            <a:extLst xmlns:a="http://schemas.openxmlformats.org/drawingml/2006/main">
              <a:ext uri="{FF2B5EF4-FFF2-40B4-BE49-F238E27FC236}">
                <a16:creationId xmlns:a16="http://schemas.microsoft.com/office/drawing/2014/main" id="{5877D384-6DAC-46C2-8FB8-D5DE2490809B}"/>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Góc nhìn khuôn viên</a:t>
            </a:r>
          </a:p>
        </p:txBody>
      </p:sp>
      <p:sp>
        <p:nvSpPr>
          <p:cNvPr id="3" name="!!campus-border">
            <a:extLst xmlns:a="http://schemas.openxmlformats.org/drawingml/2006/main">
              <a:ext uri="{FF2B5EF4-FFF2-40B4-BE49-F238E27FC236}">
                <a16:creationId xmlns:a16="http://schemas.microsoft.com/office/drawing/2014/main" id="{B685BB12-DDB2-4239-9B4B-B94624845EF3}"/>
              </a:ext>
            </a:extLst>
          </p:cNvPr>
          <p:cNvSpPr>
            <a:spLocks xmlns:a="http://schemas.openxmlformats.org/drawingml/2006/main" noGrp="1"/>
          </p:cNvSpPr>
          <p:nvPr/>
        </p:nvSpPr>
        <p:spPr>
          <a:xfrm xmlns:a="http://schemas.openxmlformats.org/drawingml/2006/main">
            <a:off x="685800" y="1771650"/>
            <a:ext cx="6877050" cy="3057525"/>
          </a:xfrm>
          <a:prstGeom xmlns:a="http://schemas.openxmlformats.org/drawingml/2006/main" prst="rect">
            <a:avLst/>
          </a:prstGeom>
          <a:solidFill xmlns:a="http://schemas.openxmlformats.org/drawingml/2006/main">
            <a:srgbClr val="F7FAFC"/>
          </a:solidFill>
          <a:ln xmlns:a="http://schemas.openxmlformats.org/drawingml/2006/main" w="14288">
            <a:solidFill>
              <a:srgbClr val="D4E0EA"/>
            </a:solidFill>
            <a:prstDash val="solid"/>
          </a:ln>
        </p:spPr>
      </p:sp>
      <p:pic>
        <p:nvPicPr>
          <p:cNvPr id="4" name="!!campus-photo" descr="Dãy nhà trường phía sau tập thể thầy cô trong ảnh giới thiệu trên website, không công bố ngày chụp">
            <a:extLst xmlns:a="http://schemas.openxmlformats.org/drawingml/2006/main">
              <a:ext uri="{FF2B5EF4-FFF2-40B4-BE49-F238E27FC236}">
                <a16:creationId xmlns:a16="http://schemas.microsoft.com/office/drawing/2014/main" id="{A7739BC9-5A6E-42BA-9208-E8F416D29DCF}"/>
              </a:ext>
            </a:extLst>
          </p:cNvPr>
          <p:cNvPicPr>
            <a:picLocks xmlns:a="http://schemas.openxmlformats.org/drawingml/2006/main" noChangeAspect="1"/>
          </p:cNvPicPr>
          <p:nvPr/>
        </p:nvPicPr>
        <p:blipFill>
          <a:blip xmlns:r="http://schemas.openxmlformats.org/officeDocument/2006/relationships" xmlns:a="http://schemas.openxmlformats.org/drawingml/2006/main" r:embed="Rdcffda35ac4f436c"/>
          <a:stretch xmlns:a="http://schemas.openxmlformats.org/drawingml/2006/main"/>
        </p:blipFill>
        <p:spPr>
          <a:xfrm xmlns:a="http://schemas.openxmlformats.org/drawingml/2006/main">
            <a:off x="695325" y="1781473"/>
            <a:ext cx="6858000" cy="3037880"/>
          </a:xfrm>
          <a:prstGeom xmlns:a="http://schemas.openxmlformats.org/drawingml/2006/main" prst="rect">
            <a:avLst/>
          </a:prstGeom>
        </p:spPr>
      </p:pic>
      <p:sp>
        <p:nvSpPr>
          <p:cNvPr id="5" name="s6-caption-a">
            <a:extLst xmlns:a="http://schemas.openxmlformats.org/drawingml/2006/main">
              <a:ext uri="{FF2B5EF4-FFF2-40B4-BE49-F238E27FC236}">
                <a16:creationId xmlns:a16="http://schemas.microsoft.com/office/drawing/2014/main" id="{DC1391F5-AE3C-4BDF-984A-730AE6C2BC77}"/>
              </a:ext>
            </a:extLst>
          </p:cNvPr>
          <p:cNvSpPr>
            <a:spLocks xmlns:a="http://schemas.openxmlformats.org/drawingml/2006/main" noGrp="1"/>
          </p:cNvSpPr>
          <p:nvPr/>
        </p:nvSpPr>
        <p:spPr>
          <a:xfrm xmlns:a="http://schemas.openxmlformats.org/drawingml/2006/main">
            <a:off x="685800" y="5019675"/>
            <a:ext cx="69342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526B7B"/>
                </a:solidFill>
                <a:latin typeface="Noto Sans"/>
                <a:ea typeface="Noto Sans"/>
                <a:cs typeface="Noto Sans"/>
              </a:defRPr>
            </a:defPPr>
          </a:lstStyle>
          <a:p xmlns:a="http://schemas.openxmlformats.org/drawingml/2006/main">
            <a:pPr algn="l">
              <a:lnSpc>
                <a:spcPct val="112000"/>
              </a:lnSpc>
              <a:buNone/>
              <a:defRPr sz="1650" b="0">
                <a:solidFill>
                  <a:srgbClr val="526B7B"/>
                </a:solidFill>
                <a:latin typeface="Noto Sans"/>
                <a:ea typeface="Noto Sans"/>
                <a:cs typeface="Noto Sans"/>
              </a:defRPr>
            </a:pPr>
            <a:r>
              <a:rPr sz="1650" b="0">
                <a:solidFill>
                  <a:srgbClr val="526B7B"/>
                </a:solidFill>
                <a:latin typeface="Noto Sans"/>
                <a:ea typeface="Noto Sans"/>
                <a:cs typeface="Noto Sans"/>
              </a:rPr>
              <a:t>Dãy nhà trong ảnh giới thiệu của trường</a:t>
            </a:r>
          </a:p>
          <a:p xmlns:a="http://schemas.openxmlformats.org/drawingml/2006/main">
            <a:pPr algn="l">
              <a:lnSpc>
                <a:spcPct val="112000"/>
              </a:lnSpc>
              <a:buNone/>
              <a:defRPr sz="1650" b="0">
                <a:solidFill>
                  <a:srgbClr val="526B7B"/>
                </a:solidFill>
                <a:latin typeface="Noto Sans"/>
                <a:ea typeface="Noto Sans"/>
                <a:cs typeface="Noto Sans"/>
              </a:defRPr>
            </a:pPr>
            <a:r>
              <a:rPr sz="1650" b="0">
                <a:solidFill>
                  <a:srgbClr val="526B7B"/>
                </a:solidFill>
                <a:latin typeface="Noto Sans"/>
                <a:ea typeface="Noto Sans"/>
                <a:cs typeface="Noto Sans"/>
              </a:rPr>
              <a:t>Website không công bố ngày chụp</a:t>
            </a:r>
          </a:p>
        </p:txBody>
      </p:sp>
      <p:sp>
        <p:nvSpPr>
          <p:cNvPr id="6" name="s6-observation">
            <a:extLst xmlns:a="http://schemas.openxmlformats.org/drawingml/2006/main">
              <a:ext uri="{FF2B5EF4-FFF2-40B4-BE49-F238E27FC236}">
                <a16:creationId xmlns:a16="http://schemas.microsoft.com/office/drawing/2014/main" id="{00923817-BB51-4D20-927C-979A66461DEF}"/>
              </a:ext>
            </a:extLst>
          </p:cNvPr>
          <p:cNvSpPr>
            <a:spLocks xmlns:a="http://schemas.openxmlformats.org/drawingml/2006/main" noGrp="1"/>
          </p:cNvSpPr>
          <p:nvPr/>
        </p:nvSpPr>
        <p:spPr>
          <a:xfrm xmlns:a="http://schemas.openxmlformats.org/drawingml/2006/main">
            <a:off x="7924800" y="1724025"/>
            <a:ext cx="35814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102A43"/>
                </a:solidFill>
                <a:latin typeface="Noto Sans"/>
                <a:ea typeface="Noto Sans"/>
                <a:cs typeface="Noto Sans"/>
              </a:defRPr>
            </a:defPPr>
          </a:lstStyle>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Em mới quan sát qua ảnh.</a:t>
            </a:r>
          </a:p>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Em mong có dịp tìm hiểu</a:t>
            </a:r>
          </a:p>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trực tiếp về ngôi trường.</a:t>
            </a:r>
          </a:p>
        </p:txBody>
      </p:sp>
      <p:pic>
        <p:nvPicPr>
          <p:cNvPr id="7" name="s6-courtyard" descr="Sân trường trong ngày hội Xuân yêu thương, Tết nghĩa tình 12/01/2020">
            <a:extLst xmlns:a="http://schemas.openxmlformats.org/drawingml/2006/main">
              <a:ext uri="{FF2B5EF4-FFF2-40B4-BE49-F238E27FC236}">
                <a16:creationId xmlns:a16="http://schemas.microsoft.com/office/drawing/2014/main" id="{DEF18E99-ECA6-4F64-9444-1F24A488D8D0}"/>
              </a:ext>
            </a:extLst>
          </p:cNvPr>
          <p:cNvPicPr>
            <a:picLocks xmlns:a="http://schemas.openxmlformats.org/drawingml/2006/main" noChangeAspect="1"/>
          </p:cNvPicPr>
          <p:nvPr/>
        </p:nvPicPr>
        <p:blipFill>
          <a:blip xmlns:r="http://schemas.openxmlformats.org/officeDocument/2006/relationships" xmlns:a="http://schemas.openxmlformats.org/drawingml/2006/main" r:embed="R5fbd8ec888a149b1"/>
          <a:stretch xmlns:a="http://schemas.openxmlformats.org/drawingml/2006/main"/>
        </p:blipFill>
        <p:spPr>
          <a:xfrm xmlns:a="http://schemas.openxmlformats.org/drawingml/2006/main">
            <a:off x="7924800" y="3182704"/>
            <a:ext cx="3581400" cy="2388066"/>
          </a:xfrm>
          <a:prstGeom xmlns:a="http://schemas.openxmlformats.org/drawingml/2006/main" prst="rect">
            <a:avLst/>
          </a:prstGeom>
        </p:spPr>
      </p:pic>
      <p:sp>
        <p:nvSpPr>
          <p:cNvPr id="8" name="s6-caption-b">
            <a:extLst xmlns:a="http://schemas.openxmlformats.org/drawingml/2006/main">
              <a:ext uri="{FF2B5EF4-FFF2-40B4-BE49-F238E27FC236}">
                <a16:creationId xmlns:a16="http://schemas.microsoft.com/office/drawing/2014/main" id="{14D49604-22A0-4A69-9233-06E925C5EB22}"/>
              </a:ext>
            </a:extLst>
          </p:cNvPr>
          <p:cNvSpPr>
            <a:spLocks xmlns:a="http://schemas.openxmlformats.org/drawingml/2006/main" noGrp="1"/>
          </p:cNvSpPr>
          <p:nvPr/>
        </p:nvSpPr>
        <p:spPr>
          <a:xfrm xmlns:a="http://schemas.openxmlformats.org/drawingml/2006/main">
            <a:off x="7924800" y="5715000"/>
            <a:ext cx="3581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526B7B"/>
                </a:solidFill>
                <a:latin typeface="Noto Sans"/>
                <a:ea typeface="Noto Sans"/>
                <a:cs typeface="Noto Sans"/>
              </a:defRPr>
            </a:defPPr>
          </a:lstStyle>
          <a:p xmlns:a="http://schemas.openxmlformats.org/drawingml/2006/main">
            <a:pPr algn="l">
              <a:lnSpc>
                <a:spcPct val="112000"/>
              </a:lnSpc>
              <a:buNone/>
              <a:defRPr sz="1200" b="0">
                <a:solidFill>
                  <a:srgbClr val="526B7B"/>
                </a:solidFill>
                <a:latin typeface="Noto Sans"/>
                <a:ea typeface="Noto Sans"/>
                <a:cs typeface="Noto Sans"/>
              </a:defRPr>
            </a:pPr>
            <a:r>
              <a:rPr sz="1200" b="0">
                <a:solidFill>
                  <a:srgbClr val="526B7B"/>
                </a:solidFill>
                <a:latin typeface="Noto Sans"/>
                <a:ea typeface="Noto Sans"/>
                <a:cs typeface="Noto Sans"/>
              </a:rPr>
              <a:t>Sân trường, ngày hội Xuân năm 2020</a:t>
            </a:r>
          </a:p>
        </p:txBody>
      </p:sp>
      <p:sp>
        <p:nvSpPr>
          <p:cNvPr id="9" name="s6-journey-0">
            <a:extLst xmlns:a="http://schemas.openxmlformats.org/drawingml/2006/main">
              <a:ext uri="{FF2B5EF4-FFF2-40B4-BE49-F238E27FC236}">
                <a16:creationId xmlns:a16="http://schemas.microsoft.com/office/drawing/2014/main" id="{B4C66F19-0CC7-48F5-95C0-7724019C74C8}"/>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0" name="s6-journey-text-0">
            <a:extLst xmlns:a="http://schemas.openxmlformats.org/drawingml/2006/main">
              <a:ext uri="{FF2B5EF4-FFF2-40B4-BE49-F238E27FC236}">
                <a16:creationId xmlns:a16="http://schemas.microsoft.com/office/drawing/2014/main" id="{751A406D-4541-459D-8065-D47E65F9A60F}"/>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1" name="s6-journey-1">
            <a:extLst xmlns:a="http://schemas.openxmlformats.org/drawingml/2006/main">
              <a:ext uri="{FF2B5EF4-FFF2-40B4-BE49-F238E27FC236}">
                <a16:creationId xmlns:a16="http://schemas.microsoft.com/office/drawing/2014/main" id="{8784B5FC-B70B-49F2-812A-5FAB4FDF5A08}"/>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2" name="s6-journey-text-1">
            <a:extLst xmlns:a="http://schemas.openxmlformats.org/drawingml/2006/main">
              <a:ext uri="{FF2B5EF4-FFF2-40B4-BE49-F238E27FC236}">
                <a16:creationId xmlns:a16="http://schemas.microsoft.com/office/drawing/2014/main" id="{F74A9A81-689D-4D04-8CC1-D6B5467F99FF}"/>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3" name="s6-journey-2">
            <a:extLst xmlns:a="http://schemas.openxmlformats.org/drawingml/2006/main">
              <a:ext uri="{FF2B5EF4-FFF2-40B4-BE49-F238E27FC236}">
                <a16:creationId xmlns:a16="http://schemas.microsoft.com/office/drawing/2014/main" id="{A2C709FF-06C3-4EEE-85E6-F157C58E14E0}"/>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4" name="s6-journey-text-2">
            <a:extLst xmlns:a="http://schemas.openxmlformats.org/drawingml/2006/main">
              <a:ext uri="{FF2B5EF4-FFF2-40B4-BE49-F238E27FC236}">
                <a16:creationId xmlns:a16="http://schemas.microsoft.com/office/drawing/2014/main" id="{87A16875-F62C-456B-A67A-BC8B786B13E2}"/>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5" name="s6-journey-3">
            <a:extLst xmlns:a="http://schemas.openxmlformats.org/drawingml/2006/main">
              <a:ext uri="{FF2B5EF4-FFF2-40B4-BE49-F238E27FC236}">
                <a16:creationId xmlns:a16="http://schemas.microsoft.com/office/drawing/2014/main" id="{4CFA8483-78A2-4278-9FD6-EAC87D44EEC7}"/>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6" name="s6-journey-text-3">
            <a:extLst xmlns:a="http://schemas.openxmlformats.org/drawingml/2006/main">
              <a:ext uri="{FF2B5EF4-FFF2-40B4-BE49-F238E27FC236}">
                <a16:creationId xmlns:a16="http://schemas.microsoft.com/office/drawing/2014/main" id="{20E07578-18C1-46CE-9C07-1A3CE92533A3}"/>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17" name="s6-source">
            <a:extLst xmlns:a="http://schemas.openxmlformats.org/drawingml/2006/main">
              <a:ext uri="{FF2B5EF4-FFF2-40B4-BE49-F238E27FC236}">
                <a16:creationId xmlns:a16="http://schemas.microsoft.com/office/drawing/2014/main" id="{509C259C-2EB6-4B42-A9FC-40638C35F019}"/>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Ảnh: website trường và ngày hội Xuân 2020</a:t>
            </a:r>
          </a:p>
        </p:txBody>
      </p:sp>
      <p:sp>
        <p:nvSpPr>
          <p:cNvPr id="18" name="s6-page">
            <a:extLst xmlns:a="http://schemas.openxmlformats.org/drawingml/2006/main">
              <a:ext uri="{FF2B5EF4-FFF2-40B4-BE49-F238E27FC236}">
                <a16:creationId xmlns:a16="http://schemas.microsoft.com/office/drawing/2014/main" id="{D00967A6-155A-44B8-ADE0-9BE53A3A2398}"/>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06</a:t>
            </a:r>
          </a:p>
        </p:txBody>
      </p:sp>
    </p:spTree>
    <p:extLst>
      <p:ext uri="{BB962C8B-B14F-4D97-AF65-F5344CB8AC3E}">
        <p14:creationId val="1319745609"/>
      </p:ext>
    </p:extLst>
  </p:cSld>
  <mc:AlternateContent>
    <mc:Choice Requires="p159">
      <p:transition spd="slow" advClick="1" p14:dur="1000">
        <p159: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dur="2100" fill="hold">
                      <p:stCondLst>
                        <p:cond delay="0"/>
                      </p:stCondLst>
                      <p:childTnLst>
                        <p:par>
                          <p:cTn id="4" dur="210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fill="hold"/>
                                        <p:tgtEl>
                                          <p:spTgt spid="6"/>
                                        </p:tgtEl>
                                      </p:cBhvr>
                                    </p:animEffect>
                                  </p:childTnLst>
                                </p:cTn>
                              </p:par>
                              <p:par>
                                <p:cTn id="8" presetID="10" presetClass="entr" dur="600" fill="hold" grpId="0" nodeType="withEffect" presetSubtype="0">
                                  <p:stCondLst>
                                    <p:cond delay="8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fill="hold"/>
                                        <p:tgtEl>
                                          <p:spTgt spid="7"/>
                                        </p:tgtEl>
                                      </p:cBhvr>
                                    </p:animEffect>
                                  </p:childTnLst>
                                </p:cTn>
                              </p:par>
                              <p:par>
                                <p:cTn id="11" presetID="10" presetClass="entr" dur="600" fill="hold" grpId="0" nodeType="withEffect" presetSubtype="0">
                                  <p:stCondLst>
                                    <p:cond delay="8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fill="hold"/>
                                        <p:tgtEl>
                                          <p:spTgt spid="8"/>
                                        </p:tgtEl>
                                      </p:cBhvr>
                                    </p:animEffect>
                                  </p:childTnLst>
                                </p:cTn>
                              </p:par>
                              <p:par>
                                <p:cTn id="14" presetID="10" presetClass="entr" dur="600" fill="hold" grpId="0" nodeType="withEffect" presetSubtype="0">
                                  <p:stCondLst>
                                    <p:cond delay="1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8" grpId="0" build="allAtOnce" animBg="1"/>
      <p:bldP spid="5" grpId="0" build="allAtOnce" animBg="1"/>
    </p:bldLst>
  </p:timing>
</p:sld>
</file>

<file path=ppt/slides/slide7.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s7-header-rule">
            <a:extLst xmlns:a="http://schemas.openxmlformats.org/drawingml/2006/main">
              <a:ext uri="{FF2B5EF4-FFF2-40B4-BE49-F238E27FC236}">
                <a16:creationId xmlns:a16="http://schemas.microsoft.com/office/drawing/2014/main" id="{ABFCE912-30CE-4B94-B117-BF9EFC244645}"/>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7-title">
            <a:extLst xmlns:a="http://schemas.openxmlformats.org/drawingml/2006/main">
              <a:ext uri="{FF2B5EF4-FFF2-40B4-BE49-F238E27FC236}">
                <a16:creationId xmlns:a16="http://schemas.microsoft.com/office/drawing/2014/main" id="{447C0084-D405-40A5-AA04-5026EE8325DD}"/>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Không gian học tập</a:t>
            </a:r>
          </a:p>
        </p:txBody>
      </p:sp>
      <p:sp>
        <p:nvSpPr>
          <p:cNvPr id="3" name="s7-intro">
            <a:extLst xmlns:a="http://schemas.openxmlformats.org/drawingml/2006/main">
              <a:ext uri="{FF2B5EF4-FFF2-40B4-BE49-F238E27FC236}">
                <a16:creationId xmlns:a16="http://schemas.microsoft.com/office/drawing/2014/main" id="{83899565-32FD-46B0-AA84-DD43C0DF0B9D}"/>
              </a:ext>
            </a:extLst>
          </p:cNvPr>
          <p:cNvSpPr>
            <a:spLocks xmlns:a="http://schemas.openxmlformats.org/drawingml/2006/main" noGrp="1"/>
          </p:cNvSpPr>
          <p:nvPr/>
        </p:nvSpPr>
        <p:spPr>
          <a:xfrm xmlns:a="http://schemas.openxmlformats.org/drawingml/2006/main">
            <a:off x="685800" y="1752600"/>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526B7B"/>
                </a:solidFill>
                <a:latin typeface="Noto Sans"/>
                <a:ea typeface="Noto Sans"/>
                <a:cs typeface="Noto Sans"/>
              </a:defRPr>
            </a:defPPr>
          </a:lstStyle>
          <a:p xmlns:a="http://schemas.openxmlformats.org/drawingml/2006/main">
            <a:pPr algn="l">
              <a:lnSpc>
                <a:spcPct val="112000"/>
              </a:lnSpc>
              <a:buNone/>
              <a:defRPr sz="2100" b="0">
                <a:solidFill>
                  <a:srgbClr val="526B7B"/>
                </a:solidFill>
                <a:latin typeface="Noto Sans"/>
                <a:ea typeface="Noto Sans"/>
                <a:cs typeface="Noto Sans"/>
              </a:defRPr>
            </a:pPr>
            <a:r>
              <a:rPr sz="2100" b="0">
                <a:solidFill>
                  <a:srgbClr val="526B7B"/>
                </a:solidFill>
                <a:latin typeface="Noto Sans"/>
                <a:ea typeface="Noto Sans"/>
                <a:cs typeface="Noto Sans"/>
              </a:rPr>
              <a:t>Những không gian được nêu trong báo cáo công khai 2025–2026</a:t>
            </a:r>
          </a:p>
        </p:txBody>
      </p:sp>
      <p:sp>
        <p:nvSpPr>
          <p:cNvPr id="4" name="s7-space-0">
            <a:extLst xmlns:a="http://schemas.openxmlformats.org/drawingml/2006/main">
              <a:ext uri="{FF2B5EF4-FFF2-40B4-BE49-F238E27FC236}">
                <a16:creationId xmlns:a16="http://schemas.microsoft.com/office/drawing/2014/main" id="{85B2285F-8773-4C09-BC86-B55CDE04D9B6}"/>
              </a:ext>
            </a:extLst>
          </p:cNvPr>
          <p:cNvSpPr>
            <a:spLocks xmlns:a="http://schemas.openxmlformats.org/drawingml/2006/main" noGrp="1"/>
          </p:cNvSpPr>
          <p:nvPr/>
        </p:nvSpPr>
        <p:spPr>
          <a:xfrm xmlns:a="http://schemas.openxmlformats.org/drawingml/2006/main">
            <a:off x="685800" y="2762250"/>
            <a:ext cx="3448050" cy="262890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D4E0EA"/>
            </a:solidFill>
            <a:prstDash val="solid"/>
          </a:ln>
        </p:spPr>
      </p:sp>
      <p:sp>
        <p:nvSpPr>
          <p:cNvPr id="5" name="s7-number-0">
            <a:extLst xmlns:a="http://schemas.openxmlformats.org/drawingml/2006/main">
              <a:ext uri="{FF2B5EF4-FFF2-40B4-BE49-F238E27FC236}">
                <a16:creationId xmlns:a16="http://schemas.microsoft.com/office/drawing/2014/main" id="{71B4E792-300E-40E2-9712-B4AE2A46405E}"/>
              </a:ext>
            </a:extLst>
          </p:cNvPr>
          <p:cNvSpPr>
            <a:spLocks xmlns:a="http://schemas.openxmlformats.org/drawingml/2006/main" noGrp="1"/>
          </p:cNvSpPr>
          <p:nvPr/>
        </p:nvSpPr>
        <p:spPr>
          <a:xfrm xmlns:a="http://schemas.openxmlformats.org/drawingml/2006/main">
            <a:off x="942975" y="3019425"/>
            <a:ext cx="2857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526B7B"/>
                </a:solidFill>
                <a:latin typeface="Noto Sans"/>
                <a:ea typeface="Noto Sans"/>
                <a:cs typeface="Noto Sans"/>
              </a:defRPr>
            </a:defPPr>
          </a:lstStyle>
          <a:p xmlns:a="http://schemas.openxmlformats.org/drawingml/2006/main">
            <a:pPr algn="l">
              <a:lnSpc>
                <a:spcPct val="112000"/>
              </a:lnSpc>
              <a:buNone/>
              <a:defRPr sz="2400" b="1">
                <a:solidFill>
                  <a:srgbClr val="526B7B"/>
                </a:solidFill>
                <a:latin typeface="Noto Sans"/>
                <a:ea typeface="Noto Sans"/>
                <a:cs typeface="Noto Sans"/>
              </a:defRPr>
            </a:pPr>
            <a:r>
              <a:rPr sz="2400" b="1">
                <a:solidFill>
                  <a:srgbClr val="526B7B"/>
                </a:solidFill>
                <a:latin typeface="Noto Sans"/>
                <a:ea typeface="Noto Sans"/>
                <a:cs typeface="Noto Sans"/>
              </a:rPr>
              <a:t>01</a:t>
            </a:r>
          </a:p>
        </p:txBody>
      </p:sp>
      <p:sp>
        <p:nvSpPr>
          <p:cNvPr id="6" name="s7-heading-0">
            <a:extLst xmlns:a="http://schemas.openxmlformats.org/drawingml/2006/main">
              <a:ext uri="{FF2B5EF4-FFF2-40B4-BE49-F238E27FC236}">
                <a16:creationId xmlns:a16="http://schemas.microsoft.com/office/drawing/2014/main" id="{7E4731BF-B8A1-4F1F-8FD1-377A773CDDE8}"/>
              </a:ext>
            </a:extLst>
          </p:cNvPr>
          <p:cNvSpPr>
            <a:spLocks xmlns:a="http://schemas.openxmlformats.org/drawingml/2006/main" noGrp="1"/>
          </p:cNvSpPr>
          <p:nvPr/>
        </p:nvSpPr>
        <p:spPr>
          <a:xfrm xmlns:a="http://schemas.openxmlformats.org/drawingml/2006/main">
            <a:off x="942975" y="3705225"/>
            <a:ext cx="2952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102A43"/>
                </a:solidFill>
                <a:latin typeface="Noto Sans"/>
                <a:ea typeface="Noto Sans"/>
                <a:cs typeface="Noto Sans"/>
              </a:defRPr>
            </a:defPPr>
          </a:lstStyle>
          <a:p xmlns:a="http://schemas.openxmlformats.org/drawingml/2006/main">
            <a:pPr algn="l">
              <a:lnSpc>
                <a:spcPct val="112000"/>
              </a:lnSpc>
              <a:buNone/>
              <a:defRPr sz="2550" b="1">
                <a:solidFill>
                  <a:srgbClr val="102A43"/>
                </a:solidFill>
                <a:latin typeface="Noto Sans"/>
                <a:ea typeface="Noto Sans"/>
                <a:cs typeface="Noto Sans"/>
              </a:defRPr>
            </a:pPr>
            <a:r>
              <a:rPr sz="2550" b="1">
                <a:solidFill>
                  <a:srgbClr val="102A43"/>
                </a:solidFill>
                <a:latin typeface="Noto Sans"/>
                <a:ea typeface="Noto Sans"/>
                <a:cs typeface="Noto Sans"/>
              </a:rPr>
              <a:t>Phòng học</a:t>
            </a:r>
          </a:p>
        </p:txBody>
      </p:sp>
      <p:sp>
        <p:nvSpPr>
          <p:cNvPr id="7" name="s7-description-0">
            <a:extLst xmlns:a="http://schemas.openxmlformats.org/drawingml/2006/main">
              <a:ext uri="{FF2B5EF4-FFF2-40B4-BE49-F238E27FC236}">
                <a16:creationId xmlns:a16="http://schemas.microsoft.com/office/drawing/2014/main" id="{8F75F4EC-A18D-4D18-8701-510D9B96E186}"/>
              </a:ext>
            </a:extLst>
          </p:cNvPr>
          <p:cNvSpPr>
            <a:spLocks xmlns:a="http://schemas.openxmlformats.org/drawingml/2006/main" noGrp="1"/>
          </p:cNvSpPr>
          <p:nvPr/>
        </p:nvSpPr>
        <p:spPr>
          <a:xfrm xmlns:a="http://schemas.openxmlformats.org/drawingml/2006/main">
            <a:off x="942975" y="4457700"/>
            <a:ext cx="295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526B7B"/>
                </a:solidFill>
                <a:latin typeface="Noto Sans"/>
                <a:ea typeface="Noto Sans"/>
                <a:cs typeface="Noto Sans"/>
              </a:defRPr>
            </a:defPPr>
          </a:lstStyle>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Nơi học các môn</a:t>
            </a:r>
          </a:p>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trong chương trình</a:t>
            </a:r>
          </a:p>
        </p:txBody>
      </p:sp>
      <p:sp>
        <p:nvSpPr>
          <p:cNvPr id="8" name="s7-space-1">
            <a:extLst xmlns:a="http://schemas.openxmlformats.org/drawingml/2006/main">
              <a:ext uri="{FF2B5EF4-FFF2-40B4-BE49-F238E27FC236}">
                <a16:creationId xmlns:a16="http://schemas.microsoft.com/office/drawing/2014/main" id="{E2F27D4B-0F75-4BAF-9307-4CAB06C884FA}"/>
              </a:ext>
            </a:extLst>
          </p:cNvPr>
          <p:cNvSpPr>
            <a:spLocks xmlns:a="http://schemas.openxmlformats.org/drawingml/2006/main" noGrp="1"/>
          </p:cNvSpPr>
          <p:nvPr/>
        </p:nvSpPr>
        <p:spPr>
          <a:xfrm xmlns:a="http://schemas.openxmlformats.org/drawingml/2006/main">
            <a:off x="4371975" y="2762250"/>
            <a:ext cx="3448050" cy="262890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D4E0EA"/>
            </a:solidFill>
            <a:prstDash val="solid"/>
          </a:ln>
        </p:spPr>
      </p:sp>
      <p:sp>
        <p:nvSpPr>
          <p:cNvPr id="9" name="s7-number-1">
            <a:extLst xmlns:a="http://schemas.openxmlformats.org/drawingml/2006/main">
              <a:ext uri="{FF2B5EF4-FFF2-40B4-BE49-F238E27FC236}">
                <a16:creationId xmlns:a16="http://schemas.microsoft.com/office/drawing/2014/main" id="{463AADFE-1A22-4D64-BE50-1E056B07C470}"/>
              </a:ext>
            </a:extLst>
          </p:cNvPr>
          <p:cNvSpPr>
            <a:spLocks xmlns:a="http://schemas.openxmlformats.org/drawingml/2006/main" noGrp="1"/>
          </p:cNvSpPr>
          <p:nvPr/>
        </p:nvSpPr>
        <p:spPr>
          <a:xfrm xmlns:a="http://schemas.openxmlformats.org/drawingml/2006/main">
            <a:off x="4629150" y="3019425"/>
            <a:ext cx="2857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526B7B"/>
                </a:solidFill>
                <a:latin typeface="Noto Sans"/>
                <a:ea typeface="Noto Sans"/>
                <a:cs typeface="Noto Sans"/>
              </a:defRPr>
            </a:defPPr>
          </a:lstStyle>
          <a:p xmlns:a="http://schemas.openxmlformats.org/drawingml/2006/main">
            <a:pPr algn="l">
              <a:lnSpc>
                <a:spcPct val="112000"/>
              </a:lnSpc>
              <a:buNone/>
              <a:defRPr sz="2400" b="1">
                <a:solidFill>
                  <a:srgbClr val="526B7B"/>
                </a:solidFill>
                <a:latin typeface="Noto Sans"/>
                <a:ea typeface="Noto Sans"/>
                <a:cs typeface="Noto Sans"/>
              </a:defRPr>
            </a:pPr>
            <a:r>
              <a:rPr sz="2400" b="1">
                <a:solidFill>
                  <a:srgbClr val="526B7B"/>
                </a:solidFill>
                <a:latin typeface="Noto Sans"/>
                <a:ea typeface="Noto Sans"/>
                <a:cs typeface="Noto Sans"/>
              </a:rPr>
              <a:t>02</a:t>
            </a:r>
          </a:p>
        </p:txBody>
      </p:sp>
      <p:sp>
        <p:nvSpPr>
          <p:cNvPr id="10" name="s7-heading-1">
            <a:extLst xmlns:a="http://schemas.openxmlformats.org/drawingml/2006/main">
              <a:ext uri="{FF2B5EF4-FFF2-40B4-BE49-F238E27FC236}">
                <a16:creationId xmlns:a16="http://schemas.microsoft.com/office/drawing/2014/main" id="{3AAA219B-51EF-4FDF-A2ED-1CA89B90ACEB}"/>
              </a:ext>
            </a:extLst>
          </p:cNvPr>
          <p:cNvSpPr>
            <a:spLocks xmlns:a="http://schemas.openxmlformats.org/drawingml/2006/main" noGrp="1"/>
          </p:cNvSpPr>
          <p:nvPr/>
        </p:nvSpPr>
        <p:spPr>
          <a:xfrm xmlns:a="http://schemas.openxmlformats.org/drawingml/2006/main">
            <a:off x="4629150" y="3705225"/>
            <a:ext cx="2952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102A43"/>
                </a:solidFill>
                <a:latin typeface="Noto Sans"/>
                <a:ea typeface="Noto Sans"/>
                <a:cs typeface="Noto Sans"/>
              </a:defRPr>
            </a:defPPr>
          </a:lstStyle>
          <a:p xmlns:a="http://schemas.openxmlformats.org/drawingml/2006/main">
            <a:pPr algn="l">
              <a:lnSpc>
                <a:spcPct val="112000"/>
              </a:lnSpc>
              <a:buNone/>
              <a:defRPr sz="2550" b="1">
                <a:solidFill>
                  <a:srgbClr val="102A43"/>
                </a:solidFill>
                <a:latin typeface="Noto Sans"/>
                <a:ea typeface="Noto Sans"/>
                <a:cs typeface="Noto Sans"/>
              </a:defRPr>
            </a:pPr>
            <a:r>
              <a:rPr sz="2550" b="1">
                <a:solidFill>
                  <a:srgbClr val="102A43"/>
                </a:solidFill>
                <a:latin typeface="Noto Sans"/>
                <a:ea typeface="Noto Sans"/>
                <a:cs typeface="Noto Sans"/>
              </a:rPr>
              <a:t>Thư viện</a:t>
            </a:r>
          </a:p>
        </p:txBody>
      </p:sp>
      <p:sp>
        <p:nvSpPr>
          <p:cNvPr id="11" name="s7-description-1">
            <a:extLst xmlns:a="http://schemas.openxmlformats.org/drawingml/2006/main">
              <a:ext uri="{FF2B5EF4-FFF2-40B4-BE49-F238E27FC236}">
                <a16:creationId xmlns:a16="http://schemas.microsoft.com/office/drawing/2014/main" id="{4C40E522-DF99-4B8A-92C6-21594815EBED}"/>
              </a:ext>
            </a:extLst>
          </p:cNvPr>
          <p:cNvSpPr>
            <a:spLocks xmlns:a="http://schemas.openxmlformats.org/drawingml/2006/main" noGrp="1"/>
          </p:cNvSpPr>
          <p:nvPr/>
        </p:nvSpPr>
        <p:spPr>
          <a:xfrm xmlns:a="http://schemas.openxmlformats.org/drawingml/2006/main">
            <a:off x="4629150" y="4457700"/>
            <a:ext cx="295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526B7B"/>
                </a:solidFill>
                <a:latin typeface="Noto Sans"/>
                <a:ea typeface="Noto Sans"/>
                <a:cs typeface="Noto Sans"/>
              </a:defRPr>
            </a:defPPr>
          </a:lstStyle>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Không gian đọc</a:t>
            </a:r>
          </a:p>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và tìm tài liệu</a:t>
            </a:r>
          </a:p>
        </p:txBody>
      </p:sp>
      <p:sp>
        <p:nvSpPr>
          <p:cNvPr id="12" name="s7-space-2">
            <a:extLst xmlns:a="http://schemas.openxmlformats.org/drawingml/2006/main">
              <a:ext uri="{FF2B5EF4-FFF2-40B4-BE49-F238E27FC236}">
                <a16:creationId xmlns:a16="http://schemas.microsoft.com/office/drawing/2014/main" id="{79653A4D-572B-4E4F-9B94-E34FF481E034}"/>
              </a:ext>
            </a:extLst>
          </p:cNvPr>
          <p:cNvSpPr>
            <a:spLocks xmlns:a="http://schemas.openxmlformats.org/drawingml/2006/main" noGrp="1"/>
          </p:cNvSpPr>
          <p:nvPr/>
        </p:nvSpPr>
        <p:spPr>
          <a:xfrm xmlns:a="http://schemas.openxmlformats.org/drawingml/2006/main">
            <a:off x="8058150" y="2762250"/>
            <a:ext cx="3448050" cy="2628900"/>
          </a:xfrm>
          <a:prstGeom xmlns:a="http://schemas.openxmlformats.org/drawingml/2006/main" prst="roundRect">
            <a:avLst>
              <a:gd name="adj" fmla="val 5797"/>
            </a:avLst>
          </a:prstGeom>
          <a:solidFill xmlns:a="http://schemas.openxmlformats.org/drawingml/2006/main">
            <a:srgbClr val="EAF2FB"/>
          </a:solidFill>
          <a:ln xmlns:a="http://schemas.openxmlformats.org/drawingml/2006/main" w="9525">
            <a:solidFill>
              <a:srgbClr val="D4E0EA"/>
            </a:solidFill>
            <a:prstDash val="solid"/>
          </a:ln>
        </p:spPr>
      </p:sp>
      <p:sp>
        <p:nvSpPr>
          <p:cNvPr id="13" name="s7-number-2">
            <a:extLst xmlns:a="http://schemas.openxmlformats.org/drawingml/2006/main">
              <a:ext uri="{FF2B5EF4-FFF2-40B4-BE49-F238E27FC236}">
                <a16:creationId xmlns:a16="http://schemas.microsoft.com/office/drawing/2014/main" id="{881B8817-08A8-42F8-8931-80ECA9943443}"/>
              </a:ext>
            </a:extLst>
          </p:cNvPr>
          <p:cNvSpPr>
            <a:spLocks xmlns:a="http://schemas.openxmlformats.org/drawingml/2006/main" noGrp="1"/>
          </p:cNvSpPr>
          <p:nvPr/>
        </p:nvSpPr>
        <p:spPr>
          <a:xfrm xmlns:a="http://schemas.openxmlformats.org/drawingml/2006/main">
            <a:off x="8315325" y="3019425"/>
            <a:ext cx="2857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2F80ED"/>
                </a:solidFill>
                <a:latin typeface="Noto Sans"/>
                <a:ea typeface="Noto Sans"/>
                <a:cs typeface="Noto Sans"/>
              </a:defRPr>
            </a:defPPr>
          </a:lstStyle>
          <a:p xmlns:a="http://schemas.openxmlformats.org/drawingml/2006/main">
            <a:pPr algn="l">
              <a:lnSpc>
                <a:spcPct val="112000"/>
              </a:lnSpc>
              <a:buNone/>
              <a:defRPr sz="2400" b="1">
                <a:solidFill>
                  <a:srgbClr val="2F80ED"/>
                </a:solidFill>
                <a:latin typeface="Noto Sans"/>
                <a:ea typeface="Noto Sans"/>
                <a:cs typeface="Noto Sans"/>
              </a:defRPr>
            </a:pPr>
            <a:r>
              <a:rPr sz="2400" b="1">
                <a:solidFill>
                  <a:srgbClr val="2F80ED"/>
                </a:solidFill>
                <a:latin typeface="Noto Sans"/>
                <a:ea typeface="Noto Sans"/>
                <a:cs typeface="Noto Sans"/>
              </a:rPr>
              <a:t>03</a:t>
            </a:r>
          </a:p>
        </p:txBody>
      </p:sp>
      <p:sp>
        <p:nvSpPr>
          <p:cNvPr id="14" name="!!tin-word">
            <a:extLst xmlns:a="http://schemas.openxmlformats.org/drawingml/2006/main">
              <a:ext uri="{FF2B5EF4-FFF2-40B4-BE49-F238E27FC236}">
                <a16:creationId xmlns:a16="http://schemas.microsoft.com/office/drawing/2014/main" id="{5786E65A-226D-40F2-A378-591EA5D8546F}"/>
              </a:ext>
            </a:extLst>
          </p:cNvPr>
          <p:cNvSpPr>
            <a:spLocks xmlns:a="http://schemas.openxmlformats.org/drawingml/2006/main" noGrp="1"/>
          </p:cNvSpPr>
          <p:nvPr/>
        </p:nvSpPr>
        <p:spPr>
          <a:xfrm xmlns:a="http://schemas.openxmlformats.org/drawingml/2006/main">
            <a:off x="8315325" y="3705225"/>
            <a:ext cx="2952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102A43"/>
                </a:solidFill>
                <a:latin typeface="Noto Sans"/>
                <a:ea typeface="Noto Sans"/>
                <a:cs typeface="Noto Sans"/>
              </a:defRPr>
            </a:defPPr>
          </a:lstStyle>
          <a:p xmlns:a="http://schemas.openxmlformats.org/drawingml/2006/main">
            <a:pPr algn="l">
              <a:lnSpc>
                <a:spcPct val="112000"/>
              </a:lnSpc>
              <a:buNone/>
              <a:defRPr sz="2550" b="1">
                <a:solidFill>
                  <a:srgbClr val="102A43"/>
                </a:solidFill>
                <a:latin typeface="Noto Sans"/>
                <a:ea typeface="Noto Sans"/>
                <a:cs typeface="Noto Sans"/>
              </a:defRPr>
            </a:pPr>
            <a:r>
              <a:rPr sz="2550" b="1">
                <a:solidFill>
                  <a:srgbClr val="102A43"/>
                </a:solidFill>
                <a:latin typeface="Noto Sans"/>
                <a:ea typeface="Noto Sans"/>
                <a:cs typeface="Noto Sans"/>
              </a:rPr>
              <a:t>Tin học</a:t>
            </a:r>
          </a:p>
        </p:txBody>
      </p:sp>
      <p:sp>
        <p:nvSpPr>
          <p:cNvPr id="15" name="s7-description-2">
            <a:extLst xmlns:a="http://schemas.openxmlformats.org/drawingml/2006/main">
              <a:ext uri="{FF2B5EF4-FFF2-40B4-BE49-F238E27FC236}">
                <a16:creationId xmlns:a16="http://schemas.microsoft.com/office/drawing/2014/main" id="{F92E8DC0-7930-4DA4-A8BA-25D9C5B90F24}"/>
              </a:ext>
            </a:extLst>
          </p:cNvPr>
          <p:cNvSpPr>
            <a:spLocks xmlns:a="http://schemas.openxmlformats.org/drawingml/2006/main" noGrp="1"/>
          </p:cNvSpPr>
          <p:nvPr/>
        </p:nvSpPr>
        <p:spPr>
          <a:xfrm xmlns:a="http://schemas.openxmlformats.org/drawingml/2006/main">
            <a:off x="8315325" y="4457700"/>
            <a:ext cx="295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526B7B"/>
                </a:solidFill>
                <a:latin typeface="Noto Sans"/>
                <a:ea typeface="Noto Sans"/>
                <a:cs typeface="Noto Sans"/>
              </a:defRPr>
            </a:defPPr>
          </a:lstStyle>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Không gian thực hành</a:t>
            </a:r>
          </a:p>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em muốn tìm hiểu</a:t>
            </a:r>
          </a:p>
        </p:txBody>
      </p:sp>
      <p:sp>
        <p:nvSpPr>
          <p:cNvPr id="16" name="s7-other">
            <a:extLst xmlns:a="http://schemas.openxmlformats.org/drawingml/2006/main">
              <a:ext uri="{FF2B5EF4-FFF2-40B4-BE49-F238E27FC236}">
                <a16:creationId xmlns:a16="http://schemas.microsoft.com/office/drawing/2014/main" id="{AD70F05C-A562-4D85-BDEF-C752412B8BC6}"/>
              </a:ext>
            </a:extLst>
          </p:cNvPr>
          <p:cNvSpPr>
            <a:spLocks xmlns:a="http://schemas.openxmlformats.org/drawingml/2006/main" noGrp="1"/>
          </p:cNvSpPr>
          <p:nvPr/>
        </p:nvSpPr>
        <p:spPr>
          <a:xfrm xmlns:a="http://schemas.openxmlformats.org/drawingml/2006/main">
            <a:off x="685800" y="5648325"/>
            <a:ext cx="10820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Báo cáo còn liệt kê các phòng bộ môn.</a:t>
            </a:r>
          </a:p>
        </p:txBody>
      </p:sp>
      <p:sp>
        <p:nvSpPr>
          <p:cNvPr id="17" name="s7-journey-0">
            <a:extLst xmlns:a="http://schemas.openxmlformats.org/drawingml/2006/main">
              <a:ext uri="{FF2B5EF4-FFF2-40B4-BE49-F238E27FC236}">
                <a16:creationId xmlns:a16="http://schemas.microsoft.com/office/drawing/2014/main" id="{5169B32C-ABB4-4F02-9E74-2ECF111804A8}"/>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8" name="s7-journey-text-0">
            <a:extLst xmlns:a="http://schemas.openxmlformats.org/drawingml/2006/main">
              <a:ext uri="{FF2B5EF4-FFF2-40B4-BE49-F238E27FC236}">
                <a16:creationId xmlns:a16="http://schemas.microsoft.com/office/drawing/2014/main" id="{555E2FFB-D638-4685-ABFF-646CB82B0252}"/>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9" name="s7-journey-1">
            <a:extLst xmlns:a="http://schemas.openxmlformats.org/drawingml/2006/main">
              <a:ext uri="{FF2B5EF4-FFF2-40B4-BE49-F238E27FC236}">
                <a16:creationId xmlns:a16="http://schemas.microsoft.com/office/drawing/2014/main" id="{6FCE487F-063C-4783-BF0F-E7087DD38EFB}"/>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20" name="s7-journey-text-1">
            <a:extLst xmlns:a="http://schemas.openxmlformats.org/drawingml/2006/main">
              <a:ext uri="{FF2B5EF4-FFF2-40B4-BE49-F238E27FC236}">
                <a16:creationId xmlns:a16="http://schemas.microsoft.com/office/drawing/2014/main" id="{55C106C6-7D47-4A14-A867-4500E39FCBCF}"/>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21" name="s7-journey-2">
            <a:extLst xmlns:a="http://schemas.openxmlformats.org/drawingml/2006/main">
              <a:ext uri="{FF2B5EF4-FFF2-40B4-BE49-F238E27FC236}">
                <a16:creationId xmlns:a16="http://schemas.microsoft.com/office/drawing/2014/main" id="{C92C800E-82EC-4C58-89E6-8F3705CB9A89}"/>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2" name="s7-journey-text-2">
            <a:extLst xmlns:a="http://schemas.openxmlformats.org/drawingml/2006/main">
              <a:ext uri="{FF2B5EF4-FFF2-40B4-BE49-F238E27FC236}">
                <a16:creationId xmlns:a16="http://schemas.microsoft.com/office/drawing/2014/main" id="{13C69A36-2B28-4E40-8989-C7B70FF1CB53}"/>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23" name="s7-journey-3">
            <a:extLst xmlns:a="http://schemas.openxmlformats.org/drawingml/2006/main">
              <a:ext uri="{FF2B5EF4-FFF2-40B4-BE49-F238E27FC236}">
                <a16:creationId xmlns:a16="http://schemas.microsoft.com/office/drawing/2014/main" id="{3D486569-5FCB-450F-9403-30F3DB400B7E}"/>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4" name="s7-journey-text-3">
            <a:extLst xmlns:a="http://schemas.openxmlformats.org/drawingml/2006/main">
              <a:ext uri="{FF2B5EF4-FFF2-40B4-BE49-F238E27FC236}">
                <a16:creationId xmlns:a16="http://schemas.microsoft.com/office/drawing/2014/main" id="{81C71E76-0681-4B4F-B8DC-EACE64ABEC2F}"/>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25" name="s7-source">
            <a:extLst xmlns:a="http://schemas.openxmlformats.org/drawingml/2006/main">
              <a:ext uri="{FF2B5EF4-FFF2-40B4-BE49-F238E27FC236}">
                <a16:creationId xmlns:a16="http://schemas.microsoft.com/office/drawing/2014/main" id="{E1A10096-0A6C-4325-AFC0-AF2AFDAF7401}"/>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báo cáo công khai năm học 2025–2026</a:t>
            </a:r>
          </a:p>
        </p:txBody>
      </p:sp>
      <p:sp>
        <p:nvSpPr>
          <p:cNvPr id="26" name="s7-page">
            <a:extLst xmlns:a="http://schemas.openxmlformats.org/drawingml/2006/main">
              <a:ext uri="{FF2B5EF4-FFF2-40B4-BE49-F238E27FC236}">
                <a16:creationId xmlns:a16="http://schemas.microsoft.com/office/drawing/2014/main" id="{0C0788C5-8CA9-472D-99FE-1878C39FEBA4}"/>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07</a:t>
            </a:r>
          </a:p>
        </p:txBody>
      </p:sp>
    </p:spTree>
    <p:extLst>
      <p:ext uri="{BB962C8B-B14F-4D97-AF65-F5344CB8AC3E}">
        <p14:creationId val="567929134"/>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050" fill="hold">
                      <p:stCondLst>
                        <p:cond delay="0"/>
                      </p:stCondLst>
                      <p:childTnLst>
                        <p:par>
                          <p:cTn id="4" dur="20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fill="hold"/>
                                        <p:tgtEl>
                                          <p:spTgt spid="4"/>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fill="hold"/>
                                        <p:tgtEl>
                                          <p:spTgt spid="5"/>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fill="hold"/>
                                        <p:tgtEl>
                                          <p:spTgt spid="6"/>
                                        </p:tgtEl>
                                      </p:cBhvr>
                                    </p:animEffect>
                                  </p:childTnLst>
                                </p:cTn>
                              </p:par>
                              <p:par>
                                <p:cTn id="14" presetID="10" presetClass="entr" dur="600" fill="hold" grpId="0" nodeType="withEffect" presetSubtype="0">
                                  <p:stCondLst>
                                    <p:cond delay="1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fill="hold"/>
                                        <p:tgtEl>
                                          <p:spTgt spid="7"/>
                                        </p:tgtEl>
                                      </p:cBhvr>
                                    </p:animEffect>
                                  </p:childTnLst>
                                </p:cTn>
                              </p:par>
                              <p:par>
                                <p:cTn id="17" presetID="10" presetClass="entr" dur="600" fill="hold" grpId="0" nodeType="withEffect" presetSubtype="0">
                                  <p:stCondLst>
                                    <p:cond delay="8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fill="hold"/>
                                        <p:tgtEl>
                                          <p:spTgt spid="8"/>
                                        </p:tgtEl>
                                      </p:cBhvr>
                                    </p:animEffect>
                                  </p:childTnLst>
                                </p:cTn>
                              </p:par>
                              <p:par>
                                <p:cTn id="20" presetID="10" presetClass="entr" dur="600" fill="hold" grpId="0" nodeType="withEffect" presetSubtype="0">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fill="hold"/>
                                        <p:tgtEl>
                                          <p:spTgt spid="9"/>
                                        </p:tgtEl>
                                      </p:cBhvr>
                                    </p:animEffect>
                                  </p:childTnLst>
                                </p:cTn>
                              </p:par>
                              <p:par>
                                <p:cTn id="23" presetID="10" presetClass="entr" dur="600" fill="hold" grpId="0" nodeType="withEffect" presetSubtype="0">
                                  <p:stCondLst>
                                    <p:cond delay="8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fill="hold"/>
                                        <p:tgtEl>
                                          <p:spTgt spid="10"/>
                                        </p:tgtEl>
                                      </p:cBhvr>
                                    </p:animEffect>
                                  </p:childTnLst>
                                </p:cTn>
                              </p:par>
                              <p:par>
                                <p:cTn id="26" presetID="10" presetClass="entr" dur="600" fill="hold" grpId="0" nodeType="withEffect" presetSubtype="0">
                                  <p:stCondLst>
                                    <p:cond delay="8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fill="hold"/>
                                        <p:tgtEl>
                                          <p:spTgt spid="11"/>
                                        </p:tgtEl>
                                      </p:cBhvr>
                                    </p:animEffect>
                                  </p:childTnLst>
                                </p:cTn>
                              </p:par>
                              <p:par>
                                <p:cTn id="29" presetID="10" presetClass="entr" dur="600" fill="hold" grpId="0" nodeType="withEffect" presetSubtype="0">
                                  <p:stCondLst>
                                    <p:cond delay="14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fill="hold"/>
                                        <p:tgtEl>
                                          <p:spTgt spid="12"/>
                                        </p:tgtEl>
                                      </p:cBhvr>
                                    </p:animEffect>
                                  </p:childTnLst>
                                </p:cTn>
                              </p:par>
                              <p:par>
                                <p:cTn id="32" presetID="10" presetClass="entr" dur="600" fill="hold" grpId="0" nodeType="withEffect" presetSubtype="0">
                                  <p:stCondLst>
                                    <p:cond delay="14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fill="hold"/>
                                        <p:tgtEl>
                                          <p:spTgt spid="13"/>
                                        </p:tgtEl>
                                      </p:cBhvr>
                                    </p:animEffect>
                                  </p:childTnLst>
                                </p:cTn>
                              </p:par>
                              <p:par>
                                <p:cTn id="35" presetID="10" presetClass="entr" dur="600" fill="hold" grpId="0" nodeType="withEffect" presetSubtype="0">
                                  <p:stCondLst>
                                    <p:cond delay="145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00" fill="hold"/>
                                        <p:tgtEl>
                                          <p:spTgt spid="15"/>
                                        </p:tgtEl>
                                      </p:cBhvr>
                                    </p:animEffect>
                                  </p:childTnLst>
                                </p:cTn>
                              </p:par>
                              <p:par>
                                <p:cTn id="38" presetID="10" presetClass="entr" dur="600" fill="hold" grpId="0" nodeType="withEffect" presetSubtype="0">
                                  <p:stCondLst>
                                    <p:cond delay="145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600" fill="hold"/>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P spid="7" grpId="0" build="allAtOnce" animBg="1"/>
      <p:bldP spid="8" grpId="0" build="allAtOnce" animBg="1"/>
      <p:bldP spid="9" grpId="0" build="allAtOnce" animBg="1"/>
      <p:bldP spid="10" grpId="0" build="allAtOnce" animBg="1"/>
      <p:bldP spid="11" grpId="0" build="allAtOnce" animBg="1"/>
      <p:bldP spid="12" grpId="0" build="allAtOnce" animBg="1"/>
      <p:bldP spid="13" grpId="0" build="allAtOnce" animBg="1"/>
      <p:bldP spid="15" grpId="0" build="allAtOnce" animBg="1"/>
      <p:bldP spid="16" grpId="0" build="allAtOnce" animBg="1"/>
    </p:bldLst>
  </p:timing>
</p:sld>
</file>

<file path=ppt/slides/slide8.xml><?xml version="1.0" encoding="utf-8"?>
<p:sld xmlns:p="http://schemas.openxmlformats.org/presentationml/2006/main" xmlns:p14="http://schemas.microsoft.com/office/powerpoint/2010/main" xmlns:mc="http://schemas.openxmlformats.org/markup-compatibility/2006" xmlns:p159="http://schemas.microsoft.com/office/powerpoint/2015/09/main" mc:Ignorable="p14 p159">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s8-header-rule">
            <a:extLst xmlns:a="http://schemas.openxmlformats.org/drawingml/2006/main">
              <a:ext uri="{FF2B5EF4-FFF2-40B4-BE49-F238E27FC236}">
                <a16:creationId xmlns:a16="http://schemas.microsoft.com/office/drawing/2014/main" id="{CCD2DD1D-08A5-48D9-935A-F17216433E44}"/>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8-title">
            <a:extLst xmlns:a="http://schemas.openxmlformats.org/drawingml/2006/main">
              <a:ext uri="{FF2B5EF4-FFF2-40B4-BE49-F238E27FC236}">
                <a16:creationId xmlns:a16="http://schemas.microsoft.com/office/drawing/2014/main" id="{1C41205E-6104-487E-B4A4-A9FAE242B2D7}"/>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Dấu ấn môn Tin</a:t>
            </a:r>
          </a:p>
        </p:txBody>
      </p:sp>
      <p:sp>
        <p:nvSpPr>
          <p:cNvPr id="3" name="!!tin-word">
            <a:extLst xmlns:a="http://schemas.openxmlformats.org/drawingml/2006/main">
              <a:ext uri="{FF2B5EF4-FFF2-40B4-BE49-F238E27FC236}">
                <a16:creationId xmlns:a16="http://schemas.microsoft.com/office/drawing/2014/main" id="{57BD44C9-79CE-4A0F-B541-6C792DBD70E9}"/>
              </a:ext>
            </a:extLst>
          </p:cNvPr>
          <p:cNvSpPr>
            <a:spLocks xmlns:a="http://schemas.openxmlformats.org/drawingml/2006/main" noGrp="1"/>
          </p:cNvSpPr>
          <p:nvPr/>
        </p:nvSpPr>
        <p:spPr>
          <a:xfrm xmlns:a="http://schemas.openxmlformats.org/drawingml/2006/main">
            <a:off x="685800" y="1800225"/>
            <a:ext cx="54102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600" b="1">
                <a:solidFill>
                  <a:srgbClr val="2F80ED"/>
                </a:solidFill>
                <a:latin typeface="Noto Sans"/>
                <a:ea typeface="Noto Sans"/>
                <a:cs typeface="Noto Sans"/>
              </a:defRPr>
            </a:defPPr>
          </a:lstStyle>
          <a:p xmlns:a="http://schemas.openxmlformats.org/drawingml/2006/main">
            <a:pPr algn="l">
              <a:lnSpc>
                <a:spcPct val="112000"/>
              </a:lnSpc>
              <a:buNone/>
              <a:defRPr sz="3600" b="1">
                <a:solidFill>
                  <a:srgbClr val="2F80ED"/>
                </a:solidFill>
                <a:latin typeface="Noto Sans"/>
                <a:ea typeface="Noto Sans"/>
                <a:cs typeface="Noto Sans"/>
              </a:defRPr>
            </a:pPr>
            <a:r>
              <a:rPr sz="3600" b="1">
                <a:solidFill>
                  <a:srgbClr val="2F80ED"/>
                </a:solidFill>
                <a:latin typeface="Noto Sans"/>
                <a:ea typeface="Noto Sans"/>
                <a:cs typeface="Noto Sans"/>
              </a:rPr>
              <a:t>Tin học</a:t>
            </a:r>
          </a:p>
        </p:txBody>
      </p:sp>
      <p:sp>
        <p:nvSpPr>
          <p:cNvPr id="4" name="s8-count">
            <a:extLst xmlns:a="http://schemas.openxmlformats.org/drawingml/2006/main">
              <a:ext uri="{FF2B5EF4-FFF2-40B4-BE49-F238E27FC236}">
                <a16:creationId xmlns:a16="http://schemas.microsoft.com/office/drawing/2014/main" id="{06711D06-E6AD-4FBD-A1CE-4CE443BC8373}"/>
              </a:ext>
            </a:extLst>
          </p:cNvPr>
          <p:cNvSpPr>
            <a:spLocks xmlns:a="http://schemas.openxmlformats.org/drawingml/2006/main" noGrp="1"/>
          </p:cNvSpPr>
          <p:nvPr/>
        </p:nvSpPr>
        <p:spPr>
          <a:xfrm xmlns:a="http://schemas.openxmlformats.org/drawingml/2006/main">
            <a:off x="685800" y="2686050"/>
            <a:ext cx="1809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550" b="1">
                <a:solidFill>
                  <a:srgbClr val="2F80ED"/>
                </a:solidFill>
                <a:latin typeface="Noto Sans"/>
                <a:ea typeface="Noto Sans"/>
                <a:cs typeface="Noto Sans"/>
              </a:defRPr>
            </a:defPPr>
          </a:lstStyle>
          <a:p xmlns:a="http://schemas.openxmlformats.org/drawingml/2006/main">
            <a:pPr algn="l">
              <a:lnSpc>
                <a:spcPct val="112000"/>
              </a:lnSpc>
              <a:buNone/>
              <a:defRPr sz="11550" b="1">
                <a:solidFill>
                  <a:srgbClr val="2F80ED"/>
                </a:solidFill>
                <a:latin typeface="Noto Sans"/>
                <a:ea typeface="Noto Sans"/>
                <a:cs typeface="Noto Sans"/>
              </a:defRPr>
            </a:pPr>
            <a:r>
              <a:rPr sz="11550" b="1">
                <a:solidFill>
                  <a:srgbClr val="2F80ED"/>
                </a:solidFill>
                <a:latin typeface="Noto Sans"/>
                <a:ea typeface="Noto Sans"/>
                <a:cs typeface="Noto Sans"/>
              </a:rPr>
              <a:t>2</a:t>
            </a:r>
          </a:p>
        </p:txBody>
      </p:sp>
      <p:sp>
        <p:nvSpPr>
          <p:cNvPr id="5" name="s8-count-label">
            <a:extLst xmlns:a="http://schemas.openxmlformats.org/drawingml/2006/main">
              <a:ext uri="{FF2B5EF4-FFF2-40B4-BE49-F238E27FC236}">
                <a16:creationId xmlns:a16="http://schemas.microsoft.com/office/drawing/2014/main" id="{5751E8BD-9E56-4322-BCBE-56226E1AC5DA}"/>
              </a:ext>
            </a:extLst>
          </p:cNvPr>
          <p:cNvSpPr>
            <a:spLocks xmlns:a="http://schemas.openxmlformats.org/drawingml/2006/main" noGrp="1"/>
          </p:cNvSpPr>
          <p:nvPr/>
        </p:nvSpPr>
        <p:spPr>
          <a:xfrm xmlns:a="http://schemas.openxmlformats.org/drawingml/2006/main">
            <a:off x="2533650" y="3362325"/>
            <a:ext cx="38195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625" b="1">
                <a:solidFill>
                  <a:srgbClr val="102A43"/>
                </a:solidFill>
                <a:latin typeface="Noto Sans"/>
                <a:ea typeface="Noto Sans"/>
                <a:cs typeface="Noto Sans"/>
              </a:defRPr>
            </a:defPPr>
          </a:lstStyle>
          <a:p xmlns:a="http://schemas.openxmlformats.org/drawingml/2006/main">
            <a:pPr algn="l">
              <a:lnSpc>
                <a:spcPct val="112000"/>
              </a:lnSpc>
              <a:buNone/>
              <a:defRPr sz="2625" b="1">
                <a:solidFill>
                  <a:srgbClr val="102A43"/>
                </a:solidFill>
                <a:latin typeface="Noto Sans"/>
                <a:ea typeface="Noto Sans"/>
                <a:cs typeface="Noto Sans"/>
              </a:defRPr>
            </a:pPr>
            <a:r>
              <a:rPr sz="2625" b="1">
                <a:solidFill>
                  <a:srgbClr val="102A43"/>
                </a:solidFill>
                <a:latin typeface="Noto Sans"/>
                <a:ea typeface="Noto Sans"/>
                <a:cs typeface="Noto Sans"/>
              </a:rPr>
              <a:t>phòng Tin học</a:t>
            </a:r>
          </a:p>
        </p:txBody>
      </p:sp>
      <p:sp>
        <p:nvSpPr>
          <p:cNvPr id="6" name="s8-year">
            <a:extLst xmlns:a="http://schemas.openxmlformats.org/drawingml/2006/main">
              <a:ext uri="{FF2B5EF4-FFF2-40B4-BE49-F238E27FC236}">
                <a16:creationId xmlns:a16="http://schemas.microsoft.com/office/drawing/2014/main" id="{F2F57DCE-2600-4156-B30A-2F2B91698DDF}"/>
              </a:ext>
            </a:extLst>
          </p:cNvPr>
          <p:cNvSpPr>
            <a:spLocks xmlns:a="http://schemas.openxmlformats.org/drawingml/2006/main" noGrp="1"/>
          </p:cNvSpPr>
          <p:nvPr/>
        </p:nvSpPr>
        <p:spPr>
          <a:xfrm xmlns:a="http://schemas.openxmlformats.org/drawingml/2006/main">
            <a:off x="685800" y="4886325"/>
            <a:ext cx="5495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Theo báo cáo công khai</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năm học 2025–2026</a:t>
            </a:r>
          </a:p>
        </p:txBody>
      </p:sp>
      <p:sp>
        <p:nvSpPr>
          <p:cNvPr id="7" name="s8-monitor-0">
            <a:extLst xmlns:a="http://schemas.openxmlformats.org/drawingml/2006/main">
              <a:ext uri="{FF2B5EF4-FFF2-40B4-BE49-F238E27FC236}">
                <a16:creationId xmlns:a16="http://schemas.microsoft.com/office/drawing/2014/main" id="{36D27944-C8F9-4BA0-94FF-D691848963DB}"/>
              </a:ext>
            </a:extLst>
          </p:cNvPr>
          <p:cNvSpPr>
            <a:spLocks xmlns:a="http://schemas.openxmlformats.org/drawingml/2006/main" noGrp="1"/>
          </p:cNvSpPr>
          <p:nvPr/>
        </p:nvSpPr>
        <p:spPr>
          <a:xfrm xmlns:a="http://schemas.openxmlformats.org/drawingml/2006/main">
            <a:off x="7029450" y="2686050"/>
            <a:ext cx="2076450" cy="1495425"/>
          </a:xfrm>
          <a:prstGeom xmlns:a="http://schemas.openxmlformats.org/drawingml/2006/main" prst="roundRect">
            <a:avLst>
              <a:gd name="adj" fmla="val 7643"/>
            </a:avLst>
          </a:prstGeom>
          <a:solidFill xmlns:a="http://schemas.openxmlformats.org/drawingml/2006/main">
            <a:srgbClr val="EAF2FB"/>
          </a:solidFill>
          <a:ln xmlns:a="http://schemas.openxmlformats.org/drawingml/2006/main" w="19050">
            <a:solidFill>
              <a:srgbClr val="2F80ED"/>
            </a:solidFill>
            <a:prstDash val="solid"/>
          </a:ln>
        </p:spPr>
      </p:sp>
      <p:sp>
        <p:nvSpPr>
          <p:cNvPr id="8" name="s8-code-0">
            <a:extLst xmlns:a="http://schemas.openxmlformats.org/drawingml/2006/main">
              <a:ext uri="{FF2B5EF4-FFF2-40B4-BE49-F238E27FC236}">
                <a16:creationId xmlns:a16="http://schemas.microsoft.com/office/drawing/2014/main" id="{CB041257-8632-4F3C-936A-F578DAEB22C1}"/>
              </a:ext>
            </a:extLst>
          </p:cNvPr>
          <p:cNvSpPr>
            <a:spLocks xmlns:a="http://schemas.openxmlformats.org/drawingml/2006/main" noGrp="1"/>
          </p:cNvSpPr>
          <p:nvPr/>
        </p:nvSpPr>
        <p:spPr>
          <a:xfrm xmlns:a="http://schemas.openxmlformats.org/drawingml/2006/main">
            <a:off x="7372350" y="3000375"/>
            <a:ext cx="1381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4125" b="1">
                <a:solidFill>
                  <a:srgbClr val="2F80ED"/>
                </a:solidFill>
                <a:latin typeface="Noto Sans"/>
                <a:ea typeface="Noto Sans"/>
                <a:cs typeface="Noto Sans"/>
              </a:defRPr>
            </a:defPPr>
          </a:lstStyle>
          <a:p xmlns:a="http://schemas.openxmlformats.org/drawingml/2006/main">
            <a:pPr algn="ctr">
              <a:lnSpc>
                <a:spcPct val="112000"/>
              </a:lnSpc>
              <a:buNone/>
              <a:defRPr sz="4125" b="1">
                <a:solidFill>
                  <a:srgbClr val="2F80ED"/>
                </a:solidFill>
                <a:latin typeface="Noto Sans"/>
                <a:ea typeface="Noto Sans"/>
                <a:cs typeface="Noto Sans"/>
              </a:defRPr>
            </a:pPr>
            <a:r>
              <a:rPr sz="4125" b="1">
                <a:solidFill>
                  <a:srgbClr val="2F80ED"/>
                </a:solidFill>
                <a:latin typeface="Noto Sans"/>
                <a:ea typeface="Noto Sans"/>
                <a:cs typeface="Noto Sans"/>
              </a:rPr>
              <a:t>{ }</a:t>
            </a:r>
          </a:p>
        </p:txBody>
      </p:sp>
      <p:sp>
        <p:nvSpPr>
          <p:cNvPr id="9" name="s8-stand-0">
            <a:extLst xmlns:a="http://schemas.openxmlformats.org/drawingml/2006/main">
              <a:ext uri="{FF2B5EF4-FFF2-40B4-BE49-F238E27FC236}">
                <a16:creationId xmlns:a16="http://schemas.microsoft.com/office/drawing/2014/main" id="{F2543CED-832E-4E33-BCA9-59DA4FBDF81C}"/>
              </a:ext>
            </a:extLst>
          </p:cNvPr>
          <p:cNvSpPr>
            <a:spLocks xmlns:a="http://schemas.openxmlformats.org/drawingml/2006/main" noGrp="1"/>
          </p:cNvSpPr>
          <p:nvPr/>
        </p:nvSpPr>
        <p:spPr>
          <a:xfrm xmlns:a="http://schemas.openxmlformats.org/drawingml/2006/main">
            <a:off x="7953375" y="4181475"/>
            <a:ext cx="228600" cy="30480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0" name="s8-foot-0">
            <a:extLst xmlns:a="http://schemas.openxmlformats.org/drawingml/2006/main">
              <a:ext uri="{FF2B5EF4-FFF2-40B4-BE49-F238E27FC236}">
                <a16:creationId xmlns:a16="http://schemas.microsoft.com/office/drawing/2014/main" id="{C0EA7ED0-22E1-460B-8352-2E2101FC62C9}"/>
              </a:ext>
            </a:extLst>
          </p:cNvPr>
          <p:cNvSpPr>
            <a:spLocks xmlns:a="http://schemas.openxmlformats.org/drawingml/2006/main" noGrp="1"/>
          </p:cNvSpPr>
          <p:nvPr/>
        </p:nvSpPr>
        <p:spPr>
          <a:xfrm xmlns:a="http://schemas.openxmlformats.org/drawingml/2006/main">
            <a:off x="7639050" y="4476750"/>
            <a:ext cx="857250" cy="47625"/>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1" name="s8-monitor-1">
            <a:extLst xmlns:a="http://schemas.openxmlformats.org/drawingml/2006/main">
              <a:ext uri="{FF2B5EF4-FFF2-40B4-BE49-F238E27FC236}">
                <a16:creationId xmlns:a16="http://schemas.microsoft.com/office/drawing/2014/main" id="{EF6BEAEC-71D9-4738-ADB1-11E4DC960A75}"/>
              </a:ext>
            </a:extLst>
          </p:cNvPr>
          <p:cNvSpPr>
            <a:spLocks xmlns:a="http://schemas.openxmlformats.org/drawingml/2006/main" noGrp="1"/>
          </p:cNvSpPr>
          <p:nvPr/>
        </p:nvSpPr>
        <p:spPr>
          <a:xfrm xmlns:a="http://schemas.openxmlformats.org/drawingml/2006/main">
            <a:off x="9363075" y="2686050"/>
            <a:ext cx="2076450" cy="1495425"/>
          </a:xfrm>
          <a:prstGeom xmlns:a="http://schemas.openxmlformats.org/drawingml/2006/main" prst="roundRect">
            <a:avLst>
              <a:gd name="adj" fmla="val 7643"/>
            </a:avLst>
          </a:prstGeom>
          <a:solidFill xmlns:a="http://schemas.openxmlformats.org/drawingml/2006/main">
            <a:srgbClr val="EAF2FB"/>
          </a:solidFill>
          <a:ln xmlns:a="http://schemas.openxmlformats.org/drawingml/2006/main" w="19050">
            <a:solidFill>
              <a:srgbClr val="2F80ED"/>
            </a:solidFill>
            <a:prstDash val="solid"/>
          </a:ln>
        </p:spPr>
      </p:sp>
      <p:sp>
        <p:nvSpPr>
          <p:cNvPr id="12" name="s8-code-1">
            <a:extLst xmlns:a="http://schemas.openxmlformats.org/drawingml/2006/main">
              <a:ext uri="{FF2B5EF4-FFF2-40B4-BE49-F238E27FC236}">
                <a16:creationId xmlns:a16="http://schemas.microsoft.com/office/drawing/2014/main" id="{79FB11B7-8FDD-4999-BE48-B23963080949}"/>
              </a:ext>
            </a:extLst>
          </p:cNvPr>
          <p:cNvSpPr>
            <a:spLocks xmlns:a="http://schemas.openxmlformats.org/drawingml/2006/main" noGrp="1"/>
          </p:cNvSpPr>
          <p:nvPr/>
        </p:nvSpPr>
        <p:spPr>
          <a:xfrm xmlns:a="http://schemas.openxmlformats.org/drawingml/2006/main">
            <a:off x="9705975" y="3000375"/>
            <a:ext cx="1381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4125" b="1">
                <a:solidFill>
                  <a:srgbClr val="2F80ED"/>
                </a:solidFill>
                <a:latin typeface="Noto Sans"/>
                <a:ea typeface="Noto Sans"/>
                <a:cs typeface="Noto Sans"/>
              </a:defRPr>
            </a:defPPr>
          </a:lstStyle>
          <a:p xmlns:a="http://schemas.openxmlformats.org/drawingml/2006/main">
            <a:pPr algn="ctr">
              <a:lnSpc>
                <a:spcPct val="112000"/>
              </a:lnSpc>
              <a:buNone/>
              <a:defRPr sz="4125" b="1">
                <a:solidFill>
                  <a:srgbClr val="2F80ED"/>
                </a:solidFill>
                <a:latin typeface="Noto Sans"/>
                <a:ea typeface="Noto Sans"/>
                <a:cs typeface="Noto Sans"/>
              </a:defRPr>
            </a:pPr>
            <a:r>
              <a:rPr sz="4125" b="1">
                <a:solidFill>
                  <a:srgbClr val="2F80ED"/>
                </a:solidFill>
                <a:latin typeface="Noto Sans"/>
                <a:ea typeface="Noto Sans"/>
                <a:cs typeface="Noto Sans"/>
              </a:rPr>
              <a:t>{ }</a:t>
            </a:r>
          </a:p>
        </p:txBody>
      </p:sp>
      <p:sp>
        <p:nvSpPr>
          <p:cNvPr id="13" name="s8-stand-1">
            <a:extLst xmlns:a="http://schemas.openxmlformats.org/drawingml/2006/main">
              <a:ext uri="{FF2B5EF4-FFF2-40B4-BE49-F238E27FC236}">
                <a16:creationId xmlns:a16="http://schemas.microsoft.com/office/drawing/2014/main" id="{908DDC3A-C75A-4B3F-82AE-526404F702A1}"/>
              </a:ext>
            </a:extLst>
          </p:cNvPr>
          <p:cNvSpPr>
            <a:spLocks xmlns:a="http://schemas.openxmlformats.org/drawingml/2006/main" noGrp="1"/>
          </p:cNvSpPr>
          <p:nvPr/>
        </p:nvSpPr>
        <p:spPr>
          <a:xfrm xmlns:a="http://schemas.openxmlformats.org/drawingml/2006/main">
            <a:off x="10287000" y="4181475"/>
            <a:ext cx="228600" cy="30480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4" name="s8-foot-1">
            <a:extLst xmlns:a="http://schemas.openxmlformats.org/drawingml/2006/main">
              <a:ext uri="{FF2B5EF4-FFF2-40B4-BE49-F238E27FC236}">
                <a16:creationId xmlns:a16="http://schemas.microsoft.com/office/drawing/2014/main" id="{813EDEDA-D030-4B6D-BB72-03D4A6BD599F}"/>
              </a:ext>
            </a:extLst>
          </p:cNvPr>
          <p:cNvSpPr>
            <a:spLocks xmlns:a="http://schemas.openxmlformats.org/drawingml/2006/main" noGrp="1"/>
          </p:cNvSpPr>
          <p:nvPr/>
        </p:nvSpPr>
        <p:spPr>
          <a:xfrm xmlns:a="http://schemas.openxmlformats.org/drawingml/2006/main">
            <a:off x="9972675" y="4476750"/>
            <a:ext cx="857250" cy="47625"/>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5" name="s8-hope">
            <a:extLst xmlns:a="http://schemas.openxmlformats.org/drawingml/2006/main">
              <a:ext uri="{FF2B5EF4-FFF2-40B4-BE49-F238E27FC236}">
                <a16:creationId xmlns:a16="http://schemas.microsoft.com/office/drawing/2014/main" id="{D853C627-0903-4F86-A2F7-ABC9964BE80E}"/>
              </a:ext>
            </a:extLst>
          </p:cNvPr>
          <p:cNvSpPr>
            <a:spLocks xmlns:a="http://schemas.openxmlformats.org/drawingml/2006/main" noGrp="1"/>
          </p:cNvSpPr>
          <p:nvPr/>
        </p:nvSpPr>
        <p:spPr>
          <a:xfrm xmlns:a="http://schemas.openxmlformats.org/drawingml/2006/main">
            <a:off x="7029450" y="4981575"/>
            <a:ext cx="44767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02A43"/>
                </a:solidFill>
                <a:latin typeface="Noto Sans"/>
                <a:ea typeface="Noto Sans"/>
                <a:cs typeface="Noto Sans"/>
              </a:defRPr>
            </a:defPPr>
          </a:lstStyle>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Em mong lập trình chắc hơn,</a:t>
            </a:r>
          </a:p>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biết tìm lỗi và giải thích cách làm.</a:t>
            </a:r>
          </a:p>
        </p:txBody>
      </p:sp>
      <p:sp>
        <p:nvSpPr>
          <p:cNvPr id="16" name="s8-journey-0">
            <a:extLst xmlns:a="http://schemas.openxmlformats.org/drawingml/2006/main">
              <a:ext uri="{FF2B5EF4-FFF2-40B4-BE49-F238E27FC236}">
                <a16:creationId xmlns:a16="http://schemas.microsoft.com/office/drawing/2014/main" id="{0F77596E-F368-4AE2-BE04-45C750F92519}"/>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7" name="s8-journey-text-0">
            <a:extLst xmlns:a="http://schemas.openxmlformats.org/drawingml/2006/main">
              <a:ext uri="{FF2B5EF4-FFF2-40B4-BE49-F238E27FC236}">
                <a16:creationId xmlns:a16="http://schemas.microsoft.com/office/drawing/2014/main" id="{91AF01C2-FEAA-4623-9CB8-13C92CB44551}"/>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8" name="s8-journey-1">
            <a:extLst xmlns:a="http://schemas.openxmlformats.org/drawingml/2006/main">
              <a:ext uri="{FF2B5EF4-FFF2-40B4-BE49-F238E27FC236}">
                <a16:creationId xmlns:a16="http://schemas.microsoft.com/office/drawing/2014/main" id="{E8890549-349F-4DFF-9027-A0C1AE8604B1}"/>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9" name="s8-journey-text-1">
            <a:extLst xmlns:a="http://schemas.openxmlformats.org/drawingml/2006/main">
              <a:ext uri="{FF2B5EF4-FFF2-40B4-BE49-F238E27FC236}">
                <a16:creationId xmlns:a16="http://schemas.microsoft.com/office/drawing/2014/main" id="{A2D82DB5-27D7-4331-BDF6-6BBB5A5878AD}"/>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20" name="s8-journey-2">
            <a:extLst xmlns:a="http://schemas.openxmlformats.org/drawingml/2006/main">
              <a:ext uri="{FF2B5EF4-FFF2-40B4-BE49-F238E27FC236}">
                <a16:creationId xmlns:a16="http://schemas.microsoft.com/office/drawing/2014/main" id="{901B82DA-C8B4-498B-BD7C-5F4FF4E88B94}"/>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1" name="s8-journey-text-2">
            <a:extLst xmlns:a="http://schemas.openxmlformats.org/drawingml/2006/main">
              <a:ext uri="{FF2B5EF4-FFF2-40B4-BE49-F238E27FC236}">
                <a16:creationId xmlns:a16="http://schemas.microsoft.com/office/drawing/2014/main" id="{E941C650-6336-49F0-B778-E18CABC05542}"/>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22" name="s8-journey-3">
            <a:extLst xmlns:a="http://schemas.openxmlformats.org/drawingml/2006/main">
              <a:ext uri="{FF2B5EF4-FFF2-40B4-BE49-F238E27FC236}">
                <a16:creationId xmlns:a16="http://schemas.microsoft.com/office/drawing/2014/main" id="{2181B000-B8F9-41A4-BC32-7B98F378E95A}"/>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3" name="s8-journey-text-3">
            <a:extLst xmlns:a="http://schemas.openxmlformats.org/drawingml/2006/main">
              <a:ext uri="{FF2B5EF4-FFF2-40B4-BE49-F238E27FC236}">
                <a16:creationId xmlns:a16="http://schemas.microsoft.com/office/drawing/2014/main" id="{DD71AAB7-B49C-44C8-A90E-4FCB2C0D0687}"/>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24" name="s8-source">
            <a:extLst xmlns:a="http://schemas.openxmlformats.org/drawingml/2006/main">
              <a:ext uri="{FF2B5EF4-FFF2-40B4-BE49-F238E27FC236}">
                <a16:creationId xmlns:a16="http://schemas.microsoft.com/office/drawing/2014/main" id="{3D4FFEFE-9D26-4F46-895A-AE2D5340F2B7}"/>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Số liệu theo niên khóa, không suy sang năm nhập học</a:t>
            </a:r>
          </a:p>
        </p:txBody>
      </p:sp>
      <p:sp>
        <p:nvSpPr>
          <p:cNvPr id="25" name="s8-page">
            <a:extLst xmlns:a="http://schemas.openxmlformats.org/drawingml/2006/main">
              <a:ext uri="{FF2B5EF4-FFF2-40B4-BE49-F238E27FC236}">
                <a16:creationId xmlns:a16="http://schemas.microsoft.com/office/drawing/2014/main" id="{A0353090-312C-45B1-BFBC-FE3FFB751481}"/>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08</a:t>
            </a:r>
          </a:p>
        </p:txBody>
      </p:sp>
    </p:spTree>
    <p:extLst>
      <p:ext uri="{BB962C8B-B14F-4D97-AF65-F5344CB8AC3E}">
        <p14:creationId val="1880766525"/>
      </p:ext>
    </p:extLst>
  </p:cSld>
  <mc:AlternateContent>
    <mc:Choice Requires="p159">
      <p:transition spd="slow" advClick="1" p14:dur="1000">
        <p159: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dur="2200" fill="hold">
                      <p:stCondLst>
                        <p:cond delay="0"/>
                      </p:stCondLst>
                      <p:childTnLst>
                        <p:par>
                          <p:cTn id="4" dur="2200" fill="hold">
                            <p:stCondLst>
                              <p:cond delay="0"/>
                            </p:stCondLst>
                            <p:childTnLst>
                              <p:par>
                                <p:cTn id="5" presetID="10" presetClass="entr" dur="700" fill="hold" grpId="0" nodeType="withEffect" presetSubtype="0">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fill="hold"/>
                                        <p:tgtEl>
                                          <p:spTgt spid="4"/>
                                        </p:tgtEl>
                                      </p:cBhvr>
                                    </p:animEffect>
                                  </p:childTnLst>
                                </p:cTn>
                              </p:par>
                              <p:par>
                                <p:cTn id="8" presetID="10" presetClass="entr" dur="700" fill="hold" grpId="0" nodeType="withEffect" presetSubtype="0">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fill="hold"/>
                                        <p:tgtEl>
                                          <p:spTgt spid="5"/>
                                        </p:tgtEl>
                                      </p:cBhvr>
                                    </p:animEffect>
                                  </p:childTnLst>
                                </p:cTn>
                              </p:par>
                              <p:par>
                                <p:cTn id="11" presetID="10" presetClass="entr" dur="700" fill="hold" grpId="0" nodeType="withEffect" presetSubtype="0">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700" fill="hold"/>
                                        <p:tgtEl>
                                          <p:spTgt spid="6"/>
                                        </p:tgtEl>
                                      </p:cBhvr>
                                    </p:animEffect>
                                  </p:childTnLst>
                                </p:cTn>
                              </p:par>
                              <p:par>
                                <p:cTn id="14" presetID="10" presetClass="entr" dur="600" fill="hold" grpId="0" nodeType="withEffect" presetSubtype="0">
                                  <p:stCondLst>
                                    <p:cond delay="9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fill="hold"/>
                                        <p:tgtEl>
                                          <p:spTgt spid="7"/>
                                        </p:tgtEl>
                                      </p:cBhvr>
                                    </p:animEffect>
                                  </p:childTnLst>
                                </p:cTn>
                              </p:par>
                              <p:par>
                                <p:cTn id="17" presetID="10" presetClass="entr" dur="600" fill="hold" grpId="0" nodeType="withEffect" presetSubtype="0">
                                  <p:stCondLst>
                                    <p:cond delay="9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fill="hold"/>
                                        <p:tgtEl>
                                          <p:spTgt spid="11"/>
                                        </p:tgtEl>
                                      </p:cBhvr>
                                    </p:animEffect>
                                  </p:childTnLst>
                                </p:cTn>
                              </p:par>
                              <p:par>
                                <p:cTn id="20" presetID="10" presetClass="entr" dur="600" fill="hold" grpId="0" nodeType="withEffect" presetSubtype="0">
                                  <p:stCondLst>
                                    <p:cond delay="9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fill="hold"/>
                                        <p:tgtEl>
                                          <p:spTgt spid="8"/>
                                        </p:tgtEl>
                                      </p:cBhvr>
                                    </p:animEffect>
                                  </p:childTnLst>
                                </p:cTn>
                              </p:par>
                              <p:par>
                                <p:cTn id="23" presetID="10" presetClass="entr" dur="600" fill="hold" grpId="0" nodeType="withEffect" presetSubtype="0">
                                  <p:stCondLst>
                                    <p:cond delay="9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600" fill="hold"/>
                                        <p:tgtEl>
                                          <p:spTgt spid="12"/>
                                        </p:tgtEl>
                                      </p:cBhvr>
                                    </p:animEffect>
                                  </p:childTnLst>
                                </p:cTn>
                              </p:par>
                              <p:par>
                                <p:cTn id="26" presetID="10" presetClass="entr" dur="600" fill="hold" grpId="0" nodeType="withEffect" presetSubtype="0">
                                  <p:stCondLst>
                                    <p:cond delay="9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fill="hold"/>
                                        <p:tgtEl>
                                          <p:spTgt spid="9"/>
                                        </p:tgtEl>
                                      </p:cBhvr>
                                    </p:animEffect>
                                  </p:childTnLst>
                                </p:cTn>
                              </p:par>
                              <p:par>
                                <p:cTn id="29" presetID="10" presetClass="entr" dur="600" fill="hold" grpId="0" nodeType="withEffect" presetSubtype="0">
                                  <p:stCondLst>
                                    <p:cond delay="9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600" fill="hold"/>
                                        <p:tgtEl>
                                          <p:spTgt spid="13"/>
                                        </p:tgtEl>
                                      </p:cBhvr>
                                    </p:animEffect>
                                  </p:childTnLst>
                                </p:cTn>
                              </p:par>
                              <p:par>
                                <p:cTn id="32" presetID="10" presetClass="entr" dur="600" fill="hold" grpId="0" nodeType="withEffect" presetSubtype="0">
                                  <p:stCondLst>
                                    <p:cond delay="90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600" fill="hold"/>
                                        <p:tgtEl>
                                          <p:spTgt spid="10"/>
                                        </p:tgtEl>
                                      </p:cBhvr>
                                    </p:animEffect>
                                  </p:childTnLst>
                                </p:cTn>
                              </p:par>
                              <p:par>
                                <p:cTn id="35" presetID="10" presetClass="entr" dur="600" fill="hold" grpId="0" nodeType="withEffect" presetSubtype="0">
                                  <p:stCondLst>
                                    <p:cond delay="9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fill="hold"/>
                                        <p:tgtEl>
                                          <p:spTgt spid="14"/>
                                        </p:tgtEl>
                                      </p:cBhvr>
                                    </p:animEffect>
                                  </p:childTnLst>
                                </p:cTn>
                              </p:par>
                              <p:par>
                                <p:cTn id="38" presetID="10" presetClass="entr" dur="600" fill="hold" grpId="0" nodeType="withEffect" presetSubtype="0">
                                  <p:stCondLst>
                                    <p:cond delay="16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P spid="7" grpId="0" build="allAtOnce" animBg="1"/>
      <p:bldP spid="11" grpId="0" build="allAtOnce" animBg="1"/>
      <p:bldP spid="8" grpId="0" build="allAtOnce" animBg="1"/>
      <p:bldP spid="12" grpId="0" build="allAtOnce" animBg="1"/>
      <p:bldP spid="9" grpId="0" build="allAtOnce" animBg="1"/>
      <p:bldP spid="13" grpId="0" build="allAtOnce" animBg="1"/>
      <p:bldP spid="10" grpId="0" build="allAtOnce" animBg="1"/>
      <p:bldP spid="14" grpId="0" build="allAtOnce" animBg="1"/>
      <p:bldP spid="15" grpId="0" build="allAtOnce" animBg="1"/>
    </p:bldLst>
  </p:timing>
</p:sld>
</file>

<file path=ppt/slides/slide9.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s9-header-rule">
            <a:extLst xmlns:a="http://schemas.openxmlformats.org/drawingml/2006/main">
              <a:ext uri="{FF2B5EF4-FFF2-40B4-BE49-F238E27FC236}">
                <a16:creationId xmlns:a16="http://schemas.microsoft.com/office/drawing/2014/main" id="{653A4D3F-ABC9-42BC-A01E-8277D407A8BE}"/>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9-title">
            <a:extLst xmlns:a="http://schemas.openxmlformats.org/drawingml/2006/main">
              <a:ext uri="{FF2B5EF4-FFF2-40B4-BE49-F238E27FC236}">
                <a16:creationId xmlns:a16="http://schemas.microsoft.com/office/drawing/2014/main" id="{7DBBBE05-4F33-4848-B936-70D45AC4E721}"/>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Cách học em muốn rèn ở THPT</a:t>
            </a:r>
          </a:p>
        </p:txBody>
      </p:sp>
      <p:sp>
        <p:nvSpPr>
          <p:cNvPr id="3" name="s9-expectation">
            <a:extLst xmlns:a="http://schemas.openxmlformats.org/drawingml/2006/main">
              <a:ext uri="{FF2B5EF4-FFF2-40B4-BE49-F238E27FC236}">
                <a16:creationId xmlns:a16="http://schemas.microsoft.com/office/drawing/2014/main" id="{7E971BBE-1E22-44B0-8553-760AE8302E69}"/>
              </a:ext>
            </a:extLst>
          </p:cNvPr>
          <p:cNvSpPr>
            <a:spLocks xmlns:a="http://schemas.openxmlformats.org/drawingml/2006/main" noGrp="1"/>
          </p:cNvSpPr>
          <p:nvPr/>
        </p:nvSpPr>
        <p:spPr>
          <a:xfrm xmlns:a="http://schemas.openxmlformats.org/drawingml/2006/main">
            <a:off x="685800" y="17335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1">
                <a:solidFill>
                  <a:srgbClr val="2F80ED"/>
                </a:solidFill>
                <a:latin typeface="Noto Sans"/>
                <a:ea typeface="Noto Sans"/>
                <a:cs typeface="Noto Sans"/>
              </a:defRPr>
            </a:defPPr>
          </a:lstStyle>
          <a:p xmlns:a="http://schemas.openxmlformats.org/drawingml/2006/main">
            <a:pPr algn="l">
              <a:lnSpc>
                <a:spcPct val="112000"/>
              </a:lnSpc>
              <a:buNone/>
              <a:defRPr sz="1425" b="1">
                <a:solidFill>
                  <a:srgbClr val="2F80ED"/>
                </a:solidFill>
                <a:latin typeface="Noto Sans"/>
                <a:ea typeface="Noto Sans"/>
                <a:cs typeface="Noto Sans"/>
              </a:defRPr>
            </a:pPr>
            <a:r>
              <a:rPr sz="1425" b="1">
                <a:solidFill>
                  <a:srgbClr val="2F80ED"/>
                </a:solidFill>
                <a:latin typeface="Noto Sans"/>
                <a:ea typeface="Noto Sans"/>
                <a:cs typeface="Noto Sans"/>
              </a:rPr>
              <a:t>CÁCH HỌC EM MUỐN RÈN</a:t>
            </a:r>
          </a:p>
        </p:txBody>
      </p:sp>
      <p:sp>
        <p:nvSpPr>
          <p:cNvPr id="4" name="s9-learning-line">
            <a:extLst xmlns:a="http://schemas.openxmlformats.org/drawingml/2006/main">
              <a:ext uri="{FF2B5EF4-FFF2-40B4-BE49-F238E27FC236}">
                <a16:creationId xmlns:a16="http://schemas.microsoft.com/office/drawing/2014/main" id="{41AB70CF-0BB1-4386-9094-2FAE8B544A56}"/>
              </a:ext>
            </a:extLst>
          </p:cNvPr>
          <p:cNvSpPr>
            <a:spLocks xmlns:a="http://schemas.openxmlformats.org/drawingml/2006/main" noGrp="1"/>
          </p:cNvSpPr>
          <p:nvPr/>
        </p:nvSpPr>
        <p:spPr>
          <a:xfrm xmlns:a="http://schemas.openxmlformats.org/drawingml/2006/main">
            <a:off x="1666875" y="3124200"/>
            <a:ext cx="8963025" cy="47625"/>
          </a:xfrm>
          <a:prstGeom xmlns:a="http://schemas.openxmlformats.org/drawingml/2006/main" prst="rect">
            <a:avLst/>
          </a:prstGeom>
          <a:solidFill xmlns:a="http://schemas.openxmlformats.org/drawingml/2006/main">
            <a:srgbClr val="D4E0EA"/>
          </a:solidFill>
          <a:ln xmlns:a="http://schemas.openxmlformats.org/drawingml/2006/main" w="0">
            <a:noFill/>
            <a:prstDash val="solid"/>
          </a:ln>
        </p:spPr>
      </p:sp>
      <p:sp>
        <p:nvSpPr>
          <p:cNvPr id="5" name="s9-dot-0">
            <a:extLst xmlns:a="http://schemas.openxmlformats.org/drawingml/2006/main">
              <a:ext uri="{FF2B5EF4-FFF2-40B4-BE49-F238E27FC236}">
                <a16:creationId xmlns:a16="http://schemas.microsoft.com/office/drawing/2014/main" id="{F8D9DF63-9A69-4733-89FF-36442A1A0FA0}"/>
              </a:ext>
            </a:extLst>
          </p:cNvPr>
          <p:cNvSpPr>
            <a:spLocks xmlns:a="http://schemas.openxmlformats.org/drawingml/2006/main" noGrp="1"/>
          </p:cNvSpPr>
          <p:nvPr/>
        </p:nvSpPr>
        <p:spPr>
          <a:xfrm xmlns:a="http://schemas.openxmlformats.org/drawingml/2006/main">
            <a:off x="885825" y="2857500"/>
            <a:ext cx="552450" cy="5524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6" name="s9-num-0">
            <a:extLst xmlns:a="http://schemas.openxmlformats.org/drawingml/2006/main">
              <a:ext uri="{FF2B5EF4-FFF2-40B4-BE49-F238E27FC236}">
                <a16:creationId xmlns:a16="http://schemas.microsoft.com/office/drawing/2014/main" id="{6D14F2C8-2D1B-4EE7-B868-23DD88417E34}"/>
              </a:ext>
            </a:extLst>
          </p:cNvPr>
          <p:cNvSpPr>
            <a:spLocks xmlns:a="http://schemas.openxmlformats.org/drawingml/2006/main" noGrp="1"/>
          </p:cNvSpPr>
          <p:nvPr/>
        </p:nvSpPr>
        <p:spPr>
          <a:xfrm xmlns:a="http://schemas.openxmlformats.org/drawingml/2006/main">
            <a:off x="885825" y="2924175"/>
            <a:ext cx="552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F7FAFC"/>
                </a:solidFill>
                <a:latin typeface="Noto Sans"/>
                <a:ea typeface="Noto Sans"/>
                <a:cs typeface="Noto Sans"/>
              </a:defRPr>
            </a:defPPr>
          </a:lstStyle>
          <a:p xmlns:a="http://schemas.openxmlformats.org/drawingml/2006/main">
            <a:pPr algn="ctr">
              <a:lnSpc>
                <a:spcPct val="112000"/>
              </a:lnSpc>
              <a:buNone/>
              <a:defRPr sz="2025" b="1">
                <a:solidFill>
                  <a:srgbClr val="F7FAFC"/>
                </a:solidFill>
                <a:latin typeface="Noto Sans"/>
                <a:ea typeface="Noto Sans"/>
                <a:cs typeface="Noto Sans"/>
              </a:defRPr>
            </a:pPr>
            <a:r>
              <a:rPr sz="2025" b="1">
                <a:solidFill>
                  <a:srgbClr val="F7FAFC"/>
                </a:solidFill>
                <a:latin typeface="Noto Sans"/>
                <a:ea typeface="Noto Sans"/>
                <a:cs typeface="Noto Sans"/>
              </a:rPr>
              <a:t>1</a:t>
            </a:r>
          </a:p>
        </p:txBody>
      </p:sp>
      <p:sp>
        <p:nvSpPr>
          <p:cNvPr id="7" name="s9-step-0">
            <a:extLst xmlns:a="http://schemas.openxmlformats.org/drawingml/2006/main">
              <a:ext uri="{FF2B5EF4-FFF2-40B4-BE49-F238E27FC236}">
                <a16:creationId xmlns:a16="http://schemas.microsoft.com/office/drawing/2014/main" id="{D3A37547-117F-4F7B-8CC1-1C00A09BB0F0}"/>
              </a:ext>
            </a:extLst>
          </p:cNvPr>
          <p:cNvSpPr>
            <a:spLocks xmlns:a="http://schemas.openxmlformats.org/drawingml/2006/main" noGrp="1"/>
          </p:cNvSpPr>
          <p:nvPr/>
        </p:nvSpPr>
        <p:spPr>
          <a:xfrm xmlns:a="http://schemas.openxmlformats.org/drawingml/2006/main">
            <a:off x="685800" y="3810000"/>
            <a:ext cx="329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102A43"/>
                </a:solidFill>
                <a:latin typeface="Noto Sans"/>
                <a:ea typeface="Noto Sans"/>
                <a:cs typeface="Noto Sans"/>
              </a:defRPr>
            </a:defPPr>
          </a:lstStyle>
          <a:p xmlns:a="http://schemas.openxmlformats.org/drawingml/2006/main">
            <a:pPr algn="l">
              <a:lnSpc>
                <a:spcPct val="112000"/>
              </a:lnSpc>
              <a:buNone/>
              <a:defRPr sz="2550" b="1">
                <a:solidFill>
                  <a:srgbClr val="102A43"/>
                </a:solidFill>
                <a:latin typeface="Noto Sans"/>
                <a:ea typeface="Noto Sans"/>
                <a:cs typeface="Noto Sans"/>
              </a:defRPr>
            </a:pPr>
            <a:r>
              <a:rPr sz="2550" b="1">
                <a:solidFill>
                  <a:srgbClr val="102A43"/>
                </a:solidFill>
                <a:latin typeface="Noto Sans"/>
                <a:ea typeface="Noto Sans"/>
                <a:cs typeface="Noto Sans"/>
              </a:rPr>
              <a:t>Hiểu bài</a:t>
            </a:r>
          </a:p>
        </p:txBody>
      </p:sp>
      <p:sp>
        <p:nvSpPr>
          <p:cNvPr id="8" name="s9-desc-0">
            <a:extLst xmlns:a="http://schemas.openxmlformats.org/drawingml/2006/main">
              <a:ext uri="{FF2B5EF4-FFF2-40B4-BE49-F238E27FC236}">
                <a16:creationId xmlns:a16="http://schemas.microsoft.com/office/drawing/2014/main" id="{AD3AFF48-8B28-45F6-9B71-9796D116640A}"/>
              </a:ext>
            </a:extLst>
          </p:cNvPr>
          <p:cNvSpPr>
            <a:spLocks xmlns:a="http://schemas.openxmlformats.org/drawingml/2006/main" noGrp="1"/>
          </p:cNvSpPr>
          <p:nvPr/>
        </p:nvSpPr>
        <p:spPr>
          <a:xfrm xmlns:a="http://schemas.openxmlformats.org/drawingml/2006/main">
            <a:off x="685800" y="4505325"/>
            <a:ext cx="3305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Nắm ý chính</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trước khi học thuộc</a:t>
            </a:r>
          </a:p>
        </p:txBody>
      </p:sp>
      <p:sp>
        <p:nvSpPr>
          <p:cNvPr id="9" name="s9-dot-1">
            <a:extLst xmlns:a="http://schemas.openxmlformats.org/drawingml/2006/main">
              <a:ext uri="{FF2B5EF4-FFF2-40B4-BE49-F238E27FC236}">
                <a16:creationId xmlns:a16="http://schemas.microsoft.com/office/drawing/2014/main" id="{05865A03-2D0B-470E-9544-5F1B5628CA6A}"/>
              </a:ext>
            </a:extLst>
          </p:cNvPr>
          <p:cNvSpPr>
            <a:spLocks xmlns:a="http://schemas.openxmlformats.org/drawingml/2006/main" noGrp="1"/>
          </p:cNvSpPr>
          <p:nvPr/>
        </p:nvSpPr>
        <p:spPr>
          <a:xfrm xmlns:a="http://schemas.openxmlformats.org/drawingml/2006/main">
            <a:off x="4562475" y="2857500"/>
            <a:ext cx="552450" cy="5524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0" name="s9-num-1">
            <a:extLst xmlns:a="http://schemas.openxmlformats.org/drawingml/2006/main">
              <a:ext uri="{FF2B5EF4-FFF2-40B4-BE49-F238E27FC236}">
                <a16:creationId xmlns:a16="http://schemas.microsoft.com/office/drawing/2014/main" id="{A75E08B3-4AAE-4E92-82AB-D8D51B37AF62}"/>
              </a:ext>
            </a:extLst>
          </p:cNvPr>
          <p:cNvSpPr>
            <a:spLocks xmlns:a="http://schemas.openxmlformats.org/drawingml/2006/main" noGrp="1"/>
          </p:cNvSpPr>
          <p:nvPr/>
        </p:nvSpPr>
        <p:spPr>
          <a:xfrm xmlns:a="http://schemas.openxmlformats.org/drawingml/2006/main">
            <a:off x="4562475" y="2924175"/>
            <a:ext cx="552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F7FAFC"/>
                </a:solidFill>
                <a:latin typeface="Noto Sans"/>
                <a:ea typeface="Noto Sans"/>
                <a:cs typeface="Noto Sans"/>
              </a:defRPr>
            </a:defPPr>
          </a:lstStyle>
          <a:p xmlns:a="http://schemas.openxmlformats.org/drawingml/2006/main">
            <a:pPr algn="ctr">
              <a:lnSpc>
                <a:spcPct val="112000"/>
              </a:lnSpc>
              <a:buNone/>
              <a:defRPr sz="2025" b="1">
                <a:solidFill>
                  <a:srgbClr val="F7FAFC"/>
                </a:solidFill>
                <a:latin typeface="Noto Sans"/>
                <a:ea typeface="Noto Sans"/>
                <a:cs typeface="Noto Sans"/>
              </a:defRPr>
            </a:pPr>
            <a:r>
              <a:rPr sz="2025" b="1">
                <a:solidFill>
                  <a:srgbClr val="F7FAFC"/>
                </a:solidFill>
                <a:latin typeface="Noto Sans"/>
                <a:ea typeface="Noto Sans"/>
                <a:cs typeface="Noto Sans"/>
              </a:rPr>
              <a:t>2</a:t>
            </a:r>
          </a:p>
        </p:txBody>
      </p:sp>
      <p:sp>
        <p:nvSpPr>
          <p:cNvPr id="11" name="s9-step-1">
            <a:extLst xmlns:a="http://schemas.openxmlformats.org/drawingml/2006/main">
              <a:ext uri="{FF2B5EF4-FFF2-40B4-BE49-F238E27FC236}">
                <a16:creationId xmlns:a16="http://schemas.microsoft.com/office/drawing/2014/main" id="{C5FC3DED-7036-4FD3-8919-5ADD7AF106C9}"/>
              </a:ext>
            </a:extLst>
          </p:cNvPr>
          <p:cNvSpPr>
            <a:spLocks xmlns:a="http://schemas.openxmlformats.org/drawingml/2006/main" noGrp="1"/>
          </p:cNvSpPr>
          <p:nvPr/>
        </p:nvSpPr>
        <p:spPr>
          <a:xfrm xmlns:a="http://schemas.openxmlformats.org/drawingml/2006/main">
            <a:off x="4362450" y="3810000"/>
            <a:ext cx="329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102A43"/>
                </a:solidFill>
                <a:latin typeface="Noto Sans"/>
                <a:ea typeface="Noto Sans"/>
                <a:cs typeface="Noto Sans"/>
              </a:defRPr>
            </a:defPPr>
          </a:lstStyle>
          <a:p xmlns:a="http://schemas.openxmlformats.org/drawingml/2006/main">
            <a:pPr algn="l">
              <a:lnSpc>
                <a:spcPct val="112000"/>
              </a:lnSpc>
              <a:buNone/>
              <a:defRPr sz="2550" b="1">
                <a:solidFill>
                  <a:srgbClr val="102A43"/>
                </a:solidFill>
                <a:latin typeface="Noto Sans"/>
                <a:ea typeface="Noto Sans"/>
                <a:cs typeface="Noto Sans"/>
              </a:defRPr>
            </a:pPr>
            <a:r>
              <a:rPr sz="2550" b="1">
                <a:solidFill>
                  <a:srgbClr val="102A43"/>
                </a:solidFill>
                <a:latin typeface="Noto Sans"/>
                <a:ea typeface="Noto Sans"/>
                <a:cs typeface="Noto Sans"/>
              </a:rPr>
              <a:t>Hỏi khi vướng</a:t>
            </a:r>
          </a:p>
        </p:txBody>
      </p:sp>
      <p:sp>
        <p:nvSpPr>
          <p:cNvPr id="12" name="s9-desc-1">
            <a:extLst xmlns:a="http://schemas.openxmlformats.org/drawingml/2006/main">
              <a:ext uri="{FF2B5EF4-FFF2-40B4-BE49-F238E27FC236}">
                <a16:creationId xmlns:a16="http://schemas.microsoft.com/office/drawing/2014/main" id="{5782ED08-E635-4B09-93D3-83664F711046}"/>
              </a:ext>
            </a:extLst>
          </p:cNvPr>
          <p:cNvSpPr>
            <a:spLocks xmlns:a="http://schemas.openxmlformats.org/drawingml/2006/main" noGrp="1"/>
          </p:cNvSpPr>
          <p:nvPr/>
        </p:nvSpPr>
        <p:spPr>
          <a:xfrm xmlns:a="http://schemas.openxmlformats.org/drawingml/2006/main">
            <a:off x="4362450" y="4505325"/>
            <a:ext cx="3305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Nói rõ điều</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em chưa hiểu</a:t>
            </a:r>
          </a:p>
        </p:txBody>
      </p:sp>
      <p:sp>
        <p:nvSpPr>
          <p:cNvPr id="13" name="s9-dot-2">
            <a:extLst xmlns:a="http://schemas.openxmlformats.org/drawingml/2006/main">
              <a:ext uri="{FF2B5EF4-FFF2-40B4-BE49-F238E27FC236}">
                <a16:creationId xmlns:a16="http://schemas.microsoft.com/office/drawing/2014/main" id="{48B7A0E6-F64B-40D2-B60B-02DA950AE3B5}"/>
              </a:ext>
            </a:extLst>
          </p:cNvPr>
          <p:cNvSpPr>
            <a:spLocks xmlns:a="http://schemas.openxmlformats.org/drawingml/2006/main" noGrp="1"/>
          </p:cNvSpPr>
          <p:nvPr/>
        </p:nvSpPr>
        <p:spPr>
          <a:xfrm xmlns:a="http://schemas.openxmlformats.org/drawingml/2006/main">
            <a:off x="8239125" y="2857500"/>
            <a:ext cx="552450" cy="5524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s9-num-2">
            <a:extLst xmlns:a="http://schemas.openxmlformats.org/drawingml/2006/main">
              <a:ext uri="{FF2B5EF4-FFF2-40B4-BE49-F238E27FC236}">
                <a16:creationId xmlns:a16="http://schemas.microsoft.com/office/drawing/2014/main" id="{1D180B64-864D-4F99-B4B9-8189B6E94584}"/>
              </a:ext>
            </a:extLst>
          </p:cNvPr>
          <p:cNvSpPr>
            <a:spLocks xmlns:a="http://schemas.openxmlformats.org/drawingml/2006/main" noGrp="1"/>
          </p:cNvSpPr>
          <p:nvPr/>
        </p:nvSpPr>
        <p:spPr>
          <a:xfrm xmlns:a="http://schemas.openxmlformats.org/drawingml/2006/main">
            <a:off x="8239125" y="2924175"/>
            <a:ext cx="552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102A43"/>
                </a:solidFill>
                <a:latin typeface="Noto Sans"/>
                <a:ea typeface="Noto Sans"/>
                <a:cs typeface="Noto Sans"/>
              </a:defRPr>
            </a:defPPr>
          </a:lstStyle>
          <a:p xmlns:a="http://schemas.openxmlformats.org/drawingml/2006/main">
            <a:pPr algn="ctr">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3</a:t>
            </a:r>
          </a:p>
        </p:txBody>
      </p:sp>
      <p:sp>
        <p:nvSpPr>
          <p:cNvPr id="15" name="!!apply-word">
            <a:extLst xmlns:a="http://schemas.openxmlformats.org/drawingml/2006/main">
              <a:ext uri="{FF2B5EF4-FFF2-40B4-BE49-F238E27FC236}">
                <a16:creationId xmlns:a16="http://schemas.microsoft.com/office/drawing/2014/main" id="{093E8A9C-D764-441F-8AAF-8908780C6D68}"/>
              </a:ext>
            </a:extLst>
          </p:cNvPr>
          <p:cNvSpPr>
            <a:spLocks xmlns:a="http://schemas.openxmlformats.org/drawingml/2006/main" noGrp="1"/>
          </p:cNvSpPr>
          <p:nvPr/>
        </p:nvSpPr>
        <p:spPr>
          <a:xfrm xmlns:a="http://schemas.openxmlformats.org/drawingml/2006/main">
            <a:off x="8039100" y="3810000"/>
            <a:ext cx="329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102A43"/>
                </a:solidFill>
                <a:latin typeface="Noto Sans"/>
                <a:ea typeface="Noto Sans"/>
                <a:cs typeface="Noto Sans"/>
              </a:defRPr>
            </a:defPPr>
          </a:lstStyle>
          <a:p xmlns:a="http://schemas.openxmlformats.org/drawingml/2006/main">
            <a:pPr algn="l">
              <a:lnSpc>
                <a:spcPct val="112000"/>
              </a:lnSpc>
              <a:buNone/>
              <a:defRPr sz="2550" b="1">
                <a:solidFill>
                  <a:srgbClr val="102A43"/>
                </a:solidFill>
                <a:latin typeface="Noto Sans"/>
                <a:ea typeface="Noto Sans"/>
                <a:cs typeface="Noto Sans"/>
              </a:defRPr>
            </a:pPr>
            <a:r>
              <a:rPr sz="2550" b="1">
                <a:solidFill>
                  <a:srgbClr val="102A43"/>
                </a:solidFill>
                <a:latin typeface="Noto Sans"/>
                <a:ea typeface="Noto Sans"/>
                <a:cs typeface="Noto Sans"/>
              </a:rPr>
              <a:t>Vận dụng</a:t>
            </a:r>
          </a:p>
        </p:txBody>
      </p:sp>
      <p:sp>
        <p:nvSpPr>
          <p:cNvPr id="16" name="s9-desc-2">
            <a:extLst xmlns:a="http://schemas.openxmlformats.org/drawingml/2006/main">
              <a:ext uri="{FF2B5EF4-FFF2-40B4-BE49-F238E27FC236}">
                <a16:creationId xmlns:a16="http://schemas.microsoft.com/office/drawing/2014/main" id="{F4A70480-7176-4420-B8FB-B4CE4A3349E0}"/>
              </a:ext>
            </a:extLst>
          </p:cNvPr>
          <p:cNvSpPr>
            <a:spLocks xmlns:a="http://schemas.openxmlformats.org/drawingml/2006/main" noGrp="1"/>
          </p:cNvSpPr>
          <p:nvPr/>
        </p:nvSpPr>
        <p:spPr>
          <a:xfrm xmlns:a="http://schemas.openxmlformats.org/drawingml/2006/main">
            <a:off x="8039100" y="4505325"/>
            <a:ext cx="3305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Tự làm bài</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để kiểm tra cách hiểu</a:t>
            </a:r>
          </a:p>
        </p:txBody>
      </p:sp>
      <p:sp>
        <p:nvSpPr>
          <p:cNvPr id="17" name="s9-reflection">
            <a:extLst xmlns:a="http://schemas.openxmlformats.org/drawingml/2006/main">
              <a:ext uri="{FF2B5EF4-FFF2-40B4-BE49-F238E27FC236}">
                <a16:creationId xmlns:a16="http://schemas.microsoft.com/office/drawing/2014/main" id="{EF8BFEF9-9DD9-4E8C-85F7-A4B4BCB1FFA0}"/>
              </a:ext>
            </a:extLst>
          </p:cNvPr>
          <p:cNvSpPr>
            <a:spLocks xmlns:a="http://schemas.openxmlformats.org/drawingml/2006/main" noGrp="1"/>
          </p:cNvSpPr>
          <p:nvPr/>
        </p:nvSpPr>
        <p:spPr>
          <a:xfrm xmlns:a="http://schemas.openxmlformats.org/drawingml/2006/main">
            <a:off x="685800" y="573405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02A43"/>
                </a:solidFill>
                <a:latin typeface="Noto Sans"/>
                <a:ea typeface="Noto Sans"/>
                <a:cs typeface="Noto Sans"/>
              </a:defRPr>
            </a:defPPr>
          </a:lstStyle>
          <a:p xmlns:a="http://schemas.openxmlformats.org/drawingml/2006/main">
            <a:pPr algn="l">
              <a:lnSpc>
                <a:spcPct val="112000"/>
              </a:lnSpc>
              <a:buNone/>
              <a:defRPr sz="1875" b="0">
                <a:solidFill>
                  <a:srgbClr val="102A43"/>
                </a:solidFill>
                <a:latin typeface="Noto Sans"/>
                <a:ea typeface="Noto Sans"/>
                <a:cs typeface="Noto Sans"/>
              </a:defRPr>
            </a:pPr>
            <a:r>
              <a:rPr sz="1875" b="0">
                <a:solidFill>
                  <a:srgbClr val="102A43"/>
                </a:solidFill>
                <a:latin typeface="Noto Sans"/>
                <a:ea typeface="Noto Sans"/>
                <a:cs typeface="Noto Sans"/>
              </a:rPr>
              <a:t>Em muốn tự học đều và biết liên hệ kiến thức giữa các môn.</a:t>
            </a:r>
          </a:p>
        </p:txBody>
      </p:sp>
      <p:sp>
        <p:nvSpPr>
          <p:cNvPr id="18" name="s9-journey-0">
            <a:extLst xmlns:a="http://schemas.openxmlformats.org/drawingml/2006/main">
              <a:ext uri="{FF2B5EF4-FFF2-40B4-BE49-F238E27FC236}">
                <a16:creationId xmlns:a16="http://schemas.microsoft.com/office/drawing/2014/main" id="{F02AB402-4A28-4BAB-8272-69D77B047FE9}"/>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9" name="s9-journey-text-0">
            <a:extLst xmlns:a="http://schemas.openxmlformats.org/drawingml/2006/main">
              <a:ext uri="{FF2B5EF4-FFF2-40B4-BE49-F238E27FC236}">
                <a16:creationId xmlns:a16="http://schemas.microsoft.com/office/drawing/2014/main" id="{E791B505-ADB9-46AC-96FE-3261C2BB3A50}"/>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20" name="s9-journey-1">
            <a:extLst xmlns:a="http://schemas.openxmlformats.org/drawingml/2006/main">
              <a:ext uri="{FF2B5EF4-FFF2-40B4-BE49-F238E27FC236}">
                <a16:creationId xmlns:a16="http://schemas.microsoft.com/office/drawing/2014/main" id="{00514C4E-4D38-4AFE-9A71-3C662C94C95E}"/>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21" name="s9-journey-text-1">
            <a:extLst xmlns:a="http://schemas.openxmlformats.org/drawingml/2006/main">
              <a:ext uri="{FF2B5EF4-FFF2-40B4-BE49-F238E27FC236}">
                <a16:creationId xmlns:a16="http://schemas.microsoft.com/office/drawing/2014/main" id="{3F186A35-4F53-46BE-9CE8-226559593747}"/>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22" name="s9-journey-2">
            <a:extLst xmlns:a="http://schemas.openxmlformats.org/drawingml/2006/main">
              <a:ext uri="{FF2B5EF4-FFF2-40B4-BE49-F238E27FC236}">
                <a16:creationId xmlns:a16="http://schemas.microsoft.com/office/drawing/2014/main" id="{67023182-1151-4D5A-A285-1329145BF7F0}"/>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3" name="s9-journey-text-2">
            <a:extLst xmlns:a="http://schemas.openxmlformats.org/drawingml/2006/main">
              <a:ext uri="{FF2B5EF4-FFF2-40B4-BE49-F238E27FC236}">
                <a16:creationId xmlns:a16="http://schemas.microsoft.com/office/drawing/2014/main" id="{1B06F3EE-764D-4C87-A376-67CACFC5F690}"/>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24" name="s9-journey-3">
            <a:extLst xmlns:a="http://schemas.openxmlformats.org/drawingml/2006/main">
              <a:ext uri="{FF2B5EF4-FFF2-40B4-BE49-F238E27FC236}">
                <a16:creationId xmlns:a16="http://schemas.microsoft.com/office/drawing/2014/main" id="{1ECF71BC-1066-458F-B668-ECDACAE969D8}"/>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5" name="s9-journey-text-3">
            <a:extLst xmlns:a="http://schemas.openxmlformats.org/drawingml/2006/main">
              <a:ext uri="{FF2B5EF4-FFF2-40B4-BE49-F238E27FC236}">
                <a16:creationId xmlns:a16="http://schemas.microsoft.com/office/drawing/2014/main" id="{B3A07452-97DF-4492-B091-DEB9A6AE23FA}"/>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26" name="s9-page">
            <a:extLst xmlns:a="http://schemas.openxmlformats.org/drawingml/2006/main">
              <a:ext uri="{FF2B5EF4-FFF2-40B4-BE49-F238E27FC236}">
                <a16:creationId xmlns:a16="http://schemas.microsoft.com/office/drawing/2014/main" id="{403896A6-7994-4CD4-A2BC-DF9E629604C7}"/>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09</a:t>
            </a:r>
          </a:p>
        </p:txBody>
      </p:sp>
    </p:spTree>
    <p:extLst>
      <p:ext uri="{BB962C8B-B14F-4D97-AF65-F5344CB8AC3E}">
        <p14:creationId val="1115075366"/>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050" fill="hold">
                      <p:stCondLst>
                        <p:cond delay="0"/>
                      </p:stCondLst>
                      <p:childTnLst>
                        <p:par>
                          <p:cTn id="4" dur="20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fill="hold"/>
                                        <p:tgtEl>
                                          <p:spTgt spid="5"/>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fill="hold"/>
                                        <p:tgtEl>
                                          <p:spTgt spid="6"/>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fill="hold"/>
                                        <p:tgtEl>
                                          <p:spTgt spid="7"/>
                                        </p:tgtEl>
                                      </p:cBhvr>
                                    </p:animEffect>
                                  </p:childTnLst>
                                </p:cTn>
                              </p:par>
                              <p:par>
                                <p:cTn id="14" presetID="10" presetClass="entr" dur="600" fill="hold" grpId="0" nodeType="withEffect" presetSubtype="0">
                                  <p:stCondLst>
                                    <p:cond delay="1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fill="hold"/>
                                        <p:tgtEl>
                                          <p:spTgt spid="8"/>
                                        </p:tgtEl>
                                      </p:cBhvr>
                                    </p:animEffect>
                                  </p:childTnLst>
                                </p:cTn>
                              </p:par>
                              <p:par>
                                <p:cTn id="17" presetID="10" presetClass="entr" dur="600" fill="hold" grpId="0" nodeType="withEffect" presetSubtype="0">
                                  <p:stCondLst>
                                    <p:cond delay="8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00" fill="hold"/>
                                        <p:tgtEl>
                                          <p:spTgt spid="9"/>
                                        </p:tgtEl>
                                      </p:cBhvr>
                                    </p:animEffect>
                                  </p:childTnLst>
                                </p:cTn>
                              </p:par>
                              <p:par>
                                <p:cTn id="20" presetID="10" presetClass="entr" dur="600" fill="hold" grpId="0" nodeType="withEffect" presetSubtype="0">
                                  <p:stCondLst>
                                    <p:cond delay="8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fill="hold"/>
                                        <p:tgtEl>
                                          <p:spTgt spid="10"/>
                                        </p:tgtEl>
                                      </p:cBhvr>
                                    </p:animEffect>
                                  </p:childTnLst>
                                </p:cTn>
                              </p:par>
                              <p:par>
                                <p:cTn id="23" presetID="10" presetClass="entr" dur="600" fill="hold" grpId="0" nodeType="withEffect" presetSubtype="0">
                                  <p:stCondLst>
                                    <p:cond delay="8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00" fill="hold"/>
                                        <p:tgtEl>
                                          <p:spTgt spid="11"/>
                                        </p:tgtEl>
                                      </p:cBhvr>
                                    </p:animEffect>
                                  </p:childTnLst>
                                </p:cTn>
                              </p:par>
                              <p:par>
                                <p:cTn id="26" presetID="10" presetClass="entr" dur="600" fill="hold" grpId="0" nodeType="withEffect" presetSubtype="0">
                                  <p:stCondLst>
                                    <p:cond delay="8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600" fill="hold"/>
                                        <p:tgtEl>
                                          <p:spTgt spid="12"/>
                                        </p:tgtEl>
                                      </p:cBhvr>
                                    </p:animEffect>
                                  </p:childTnLst>
                                </p:cTn>
                              </p:par>
                              <p:par>
                                <p:cTn id="29" presetID="22" presetClass="entr" dur="600" fill="hold" grpId="0" nodeType="withEffect">
                                  <p:stCondLst>
                                    <p:cond delay="1450"/>
                                  </p:stCondLst>
                                  <p:childTnLst>
                                    <p:set>
                                      <p:cBhvr>
                                        <p:cTn id="30" dur="1" fill="hold">
                                          <p:stCondLst>
                                            <p:cond delay="0"/>
                                          </p:stCondLst>
                                        </p:cTn>
                                        <p:tgtEl>
                                          <p:spTgt spid="13"/>
                                        </p:tgtEl>
                                        <p:attrNameLst>
                                          <p:attrName>style.visibility</p:attrName>
                                        </p:attrNameLst>
                                      </p:cBhvr>
                                      <p:to>
                                        <p:strVal val="visible"/>
                                      </p:to>
                                    </p:set>
                                    <p:animEffect transition="in" filter="wipe(right)">
                                      <p:cBhvr>
                                        <p:cTn id="31" dur="600" fill="hold"/>
                                        <p:tgtEl>
                                          <p:spTgt spid="13"/>
                                        </p:tgtEl>
                                      </p:cBhvr>
                                    </p:animEffect>
                                  </p:childTnLst>
                                </p:cTn>
                              </p:par>
                              <p:par>
                                <p:cTn id="32" presetID="22" presetClass="entr" dur="600" fill="hold" grpId="0" nodeType="withEffect">
                                  <p:stCondLst>
                                    <p:cond delay="1450"/>
                                  </p:stCondLst>
                                  <p:childTnLst>
                                    <p:set>
                                      <p:cBhvr>
                                        <p:cTn id="33" dur="1" fill="hold">
                                          <p:stCondLst>
                                            <p:cond delay="0"/>
                                          </p:stCondLst>
                                        </p:cTn>
                                        <p:tgtEl>
                                          <p:spTgt spid="14"/>
                                        </p:tgtEl>
                                        <p:attrNameLst>
                                          <p:attrName>style.visibility</p:attrName>
                                        </p:attrNameLst>
                                      </p:cBhvr>
                                      <p:to>
                                        <p:strVal val="visible"/>
                                      </p:to>
                                    </p:set>
                                    <p:animEffect transition="in" filter="wipe(right)">
                                      <p:cBhvr>
                                        <p:cTn id="34" dur="600" fill="hold"/>
                                        <p:tgtEl>
                                          <p:spTgt spid="14"/>
                                        </p:tgtEl>
                                      </p:cBhvr>
                                    </p:animEffect>
                                  </p:childTnLst>
                                </p:cTn>
                              </p:par>
                              <p:par>
                                <p:cTn id="35" presetID="22" presetClass="entr" dur="600" fill="hold" grpId="0" nodeType="withEffect">
                                  <p:stCondLst>
                                    <p:cond delay="1450"/>
                                  </p:stCondLst>
                                  <p:childTnLst>
                                    <p:set>
                                      <p:cBhvr>
                                        <p:cTn id="36" dur="1" fill="hold">
                                          <p:stCondLst>
                                            <p:cond delay="0"/>
                                          </p:stCondLst>
                                        </p:cTn>
                                        <p:tgtEl>
                                          <p:spTgt spid="16"/>
                                        </p:tgtEl>
                                        <p:attrNameLst>
                                          <p:attrName>style.visibility</p:attrName>
                                        </p:attrNameLst>
                                      </p:cBhvr>
                                      <p:to>
                                        <p:strVal val="visible"/>
                                      </p:to>
                                    </p:set>
                                    <p:animEffect transition="in" filter="wipe(right)">
                                      <p:cBhvr>
                                        <p:cTn id="37" dur="600" fill="hold"/>
                                        <p:tgtEl>
                                          <p:spTgt spid="16"/>
                                        </p:tgtEl>
                                      </p:cBhvr>
                                    </p:animEffect>
                                  </p:childTnLst>
                                </p:cTn>
                              </p:par>
                              <p:par>
                                <p:cTn id="38" presetID="22" presetClass="entr" dur="600" fill="hold" grpId="0" nodeType="withEffect">
                                  <p:stCondLst>
                                    <p:cond delay="1450"/>
                                  </p:stCondLst>
                                  <p:childTnLst>
                                    <p:set>
                                      <p:cBhvr>
                                        <p:cTn id="39" dur="1" fill="hold">
                                          <p:stCondLst>
                                            <p:cond delay="0"/>
                                          </p:stCondLst>
                                        </p:cTn>
                                        <p:tgtEl>
                                          <p:spTgt spid="17"/>
                                        </p:tgtEl>
                                        <p:attrNameLst>
                                          <p:attrName>style.visibility</p:attrName>
                                        </p:attrNameLst>
                                      </p:cBhvr>
                                      <p:to>
                                        <p:strVal val="visible"/>
                                      </p:to>
                                    </p:set>
                                    <p:animEffect transition="in" filter="wipe(right)">
                                      <p:cBhvr>
                                        <p:cTn id="40" dur="600" fill="hold"/>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6" grpId="0" build="allAtOnce" animBg="1"/>
      <p:bldP spid="17" grpId="0" build="allAtOnce" animBg="1"/>
    </p:bldLst>
  </p:timing>
</p:sld>
</file>

<file path=ppt/slides/slide10.xml><?xml version="1.0" encoding="utf-8"?>
<p:sld xmlns:p="http://schemas.openxmlformats.org/presentationml/2006/main" xmlns:p14="http://schemas.microsoft.com/office/powerpoint/2010/main" xmlns:mc="http://schemas.openxmlformats.org/markup-compatibility/2006" xmlns:p159="http://schemas.microsoft.com/office/powerpoint/2015/09/main" mc:Ignorable="p14 p159">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s10-header-rule">
            <a:extLst xmlns:a="http://schemas.openxmlformats.org/drawingml/2006/main">
              <a:ext uri="{FF2B5EF4-FFF2-40B4-BE49-F238E27FC236}">
                <a16:creationId xmlns:a16="http://schemas.microsoft.com/office/drawing/2014/main" id="{FA6D38D9-34FD-4A28-B884-092B06D558EF}"/>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0-title">
            <a:extLst xmlns:a="http://schemas.openxmlformats.org/drawingml/2006/main">
              <a:ext uri="{FF2B5EF4-FFF2-40B4-BE49-F238E27FC236}">
                <a16:creationId xmlns:a16="http://schemas.microsoft.com/office/drawing/2014/main" id="{9E8060E4-7A32-4D60-B044-37B89C043F8E}"/>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Học tập gắn với STEM</a:t>
            </a:r>
          </a:p>
        </p:txBody>
      </p:sp>
      <p:sp>
        <p:nvSpPr>
          <p:cNvPr id="3" name="!!apply-word">
            <a:extLst xmlns:a="http://schemas.openxmlformats.org/drawingml/2006/main">
              <a:ext uri="{FF2B5EF4-FFF2-40B4-BE49-F238E27FC236}">
                <a16:creationId xmlns:a16="http://schemas.microsoft.com/office/drawing/2014/main" id="{0B380838-1871-47FF-9EE7-ED320EC620D9}"/>
              </a:ext>
            </a:extLst>
          </p:cNvPr>
          <p:cNvSpPr>
            <a:spLocks xmlns:a="http://schemas.openxmlformats.org/drawingml/2006/main" noGrp="1"/>
          </p:cNvSpPr>
          <p:nvPr/>
        </p:nvSpPr>
        <p:spPr>
          <a:xfrm xmlns:a="http://schemas.openxmlformats.org/drawingml/2006/main">
            <a:off x="685800" y="1885950"/>
            <a:ext cx="512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000" b="1">
                <a:solidFill>
                  <a:srgbClr val="2F80ED"/>
                </a:solidFill>
                <a:latin typeface="Noto Sans"/>
                <a:ea typeface="Noto Sans"/>
                <a:cs typeface="Noto Sans"/>
              </a:defRPr>
            </a:defPPr>
          </a:lstStyle>
          <a:p xmlns:a="http://schemas.openxmlformats.org/drawingml/2006/main">
            <a:pPr algn="l">
              <a:lnSpc>
                <a:spcPct val="112000"/>
              </a:lnSpc>
              <a:buNone/>
              <a:defRPr sz="3000" b="1">
                <a:solidFill>
                  <a:srgbClr val="2F80ED"/>
                </a:solidFill>
                <a:latin typeface="Noto Sans"/>
                <a:ea typeface="Noto Sans"/>
                <a:cs typeface="Noto Sans"/>
              </a:defRPr>
            </a:pPr>
            <a:r>
              <a:rPr sz="3000" b="1">
                <a:solidFill>
                  <a:srgbClr val="2F80ED"/>
                </a:solidFill>
                <a:latin typeface="Noto Sans"/>
                <a:ea typeface="Noto Sans"/>
                <a:cs typeface="Noto Sans"/>
              </a:rPr>
              <a:t>Vận dụng</a:t>
            </a:r>
          </a:p>
        </p:txBody>
      </p:sp>
      <p:sp>
        <p:nvSpPr>
          <p:cNvPr id="4" name="s10-event">
            <a:extLst xmlns:a="http://schemas.openxmlformats.org/drawingml/2006/main">
              <a:ext uri="{FF2B5EF4-FFF2-40B4-BE49-F238E27FC236}">
                <a16:creationId xmlns:a16="http://schemas.microsoft.com/office/drawing/2014/main" id="{224C803B-417B-4128-879E-54217AFDD590}"/>
              </a:ext>
            </a:extLst>
          </p:cNvPr>
          <p:cNvSpPr>
            <a:spLocks xmlns:a="http://schemas.openxmlformats.org/drawingml/2006/main" noGrp="1"/>
          </p:cNvSpPr>
          <p:nvPr/>
        </p:nvSpPr>
        <p:spPr>
          <a:xfrm xmlns:a="http://schemas.openxmlformats.org/drawingml/2006/main">
            <a:off x="685800" y="2943225"/>
            <a:ext cx="4857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02A43"/>
                </a:solidFill>
                <a:latin typeface="Noto Sans"/>
                <a:ea typeface="Noto Sans"/>
                <a:cs typeface="Noto Sans"/>
              </a:defRPr>
            </a:defPPr>
          </a:lstStyle>
          <a:p xmlns:a="http://schemas.openxmlformats.org/drawingml/2006/main">
            <a:pPr algn="l">
              <a:lnSpc>
                <a:spcPct val="112000"/>
              </a:lnSpc>
              <a:buNone/>
              <a:defRPr sz="2175" b="1">
                <a:solidFill>
                  <a:srgbClr val="102A43"/>
                </a:solidFill>
                <a:latin typeface="Noto Sans"/>
                <a:ea typeface="Noto Sans"/>
                <a:cs typeface="Noto Sans"/>
              </a:defRPr>
            </a:pPr>
            <a:r>
              <a:rPr sz="2175" b="1">
                <a:solidFill>
                  <a:srgbClr val="102A43"/>
                </a:solidFill>
                <a:latin typeface="Noto Sans"/>
                <a:ea typeface="Noto Sans"/>
                <a:cs typeface="Noto Sans"/>
              </a:rPr>
              <a:t>Tọa đàm giáo dục STEM</a:t>
            </a:r>
          </a:p>
          <a:p xmlns:a="http://schemas.openxmlformats.org/drawingml/2006/main">
            <a:pPr algn="l">
              <a:lnSpc>
                <a:spcPct val="112000"/>
              </a:lnSpc>
              <a:buNone/>
              <a:defRPr sz="2175" b="1">
                <a:solidFill>
                  <a:srgbClr val="102A43"/>
                </a:solidFill>
                <a:latin typeface="Noto Sans"/>
                <a:ea typeface="Noto Sans"/>
                <a:cs typeface="Noto Sans"/>
              </a:defRPr>
            </a:pPr>
            <a:r>
              <a:rPr sz="2175" b="1">
                <a:solidFill>
                  <a:srgbClr val="102A43"/>
                </a:solidFill>
                <a:latin typeface="Noto Sans"/>
                <a:ea typeface="Noto Sans"/>
                <a:cs typeface="Noto Sans"/>
              </a:rPr>
              <a:t>25/10/2025</a:t>
            </a:r>
          </a:p>
        </p:txBody>
      </p:sp>
      <p:sp>
        <p:nvSpPr>
          <p:cNvPr id="5" name="s10-ai">
            <a:extLst xmlns:a="http://schemas.openxmlformats.org/drawingml/2006/main">
              <a:ext uri="{FF2B5EF4-FFF2-40B4-BE49-F238E27FC236}">
                <a16:creationId xmlns:a16="http://schemas.microsoft.com/office/drawing/2014/main" id="{27BEB2AB-A4CD-4271-B8FA-2D5A63253092}"/>
              </a:ext>
            </a:extLst>
          </p:cNvPr>
          <p:cNvSpPr>
            <a:spLocks xmlns:a="http://schemas.openxmlformats.org/drawingml/2006/main" noGrp="1"/>
          </p:cNvSpPr>
          <p:nvPr/>
        </p:nvSpPr>
        <p:spPr>
          <a:xfrm xmlns:a="http://schemas.openxmlformats.org/drawingml/2006/main">
            <a:off x="685800" y="4057650"/>
            <a:ext cx="4857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Tọa đàm ứng dụng AI</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vào giảng dạy, 06/12/2025</a:t>
            </a:r>
          </a:p>
        </p:txBody>
      </p:sp>
      <p:sp>
        <p:nvSpPr>
          <p:cNvPr id="6" name="s10-personal">
            <a:extLst xmlns:a="http://schemas.openxmlformats.org/drawingml/2006/main">
              <a:ext uri="{FF2B5EF4-FFF2-40B4-BE49-F238E27FC236}">
                <a16:creationId xmlns:a16="http://schemas.microsoft.com/office/drawing/2014/main" id="{F90D21DC-A528-4841-876A-EF047CD9E22C}"/>
              </a:ext>
            </a:extLst>
          </p:cNvPr>
          <p:cNvSpPr>
            <a:spLocks xmlns:a="http://schemas.openxmlformats.org/drawingml/2006/main" noGrp="1"/>
          </p:cNvSpPr>
          <p:nvPr/>
        </p:nvSpPr>
        <p:spPr>
          <a:xfrm xmlns:a="http://schemas.openxmlformats.org/drawingml/2006/main">
            <a:off x="685800" y="5305425"/>
            <a:ext cx="5162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02A43"/>
                </a:solidFill>
                <a:latin typeface="Noto Sans"/>
                <a:ea typeface="Noto Sans"/>
                <a:cs typeface="Noto Sans"/>
              </a:defRPr>
            </a:defPPr>
          </a:lstStyle>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Em mong dùng Tin học</a:t>
            </a:r>
          </a:p>
          <a:p xmlns:a="http://schemas.openxmlformats.org/drawingml/2006/main">
            <a:pPr algn="l">
              <a:lnSpc>
                <a:spcPct val="112000"/>
              </a:lnSpc>
              <a:buNone/>
              <a:defRPr sz="1950" b="0">
                <a:solidFill>
                  <a:srgbClr val="102A43"/>
                </a:solidFill>
                <a:latin typeface="Noto Sans"/>
                <a:ea typeface="Noto Sans"/>
                <a:cs typeface="Noto Sans"/>
              </a:defRPr>
            </a:pPr>
            <a:r>
              <a:rPr sz="1950" b="0">
                <a:solidFill>
                  <a:srgbClr val="102A43"/>
                </a:solidFill>
                <a:latin typeface="Noto Sans"/>
                <a:ea typeface="Noto Sans"/>
                <a:cs typeface="Noto Sans"/>
              </a:rPr>
              <a:t>để giải quyết một vấn đề có ích.</a:t>
            </a:r>
          </a:p>
        </p:txBody>
      </p:sp>
      <p:pic>
        <p:nvPicPr>
          <p:cNvPr id="7" name="s10-stem-photo" descr="Ảnh trong bài tọa đàm giáo dục STEM ngày 25/10/2025 do THPT Xuân Mai công bố">
            <a:extLst xmlns:a="http://schemas.openxmlformats.org/drawingml/2006/main">
              <a:ext uri="{FF2B5EF4-FFF2-40B4-BE49-F238E27FC236}">
                <a16:creationId xmlns:a16="http://schemas.microsoft.com/office/drawing/2014/main" id="{CF36C06E-1746-45FB-8E61-EC1D6F152691}"/>
              </a:ext>
            </a:extLst>
          </p:cNvPr>
          <p:cNvPicPr>
            <a:picLocks xmlns:a="http://schemas.openxmlformats.org/drawingml/2006/main" noChangeAspect="1"/>
          </p:cNvPicPr>
          <p:nvPr/>
        </p:nvPicPr>
        <p:blipFill>
          <a:blip xmlns:r="http://schemas.openxmlformats.org/officeDocument/2006/relationships" xmlns:a="http://schemas.openxmlformats.org/drawingml/2006/main" r:embed="Rf924a5f3c34c4fd4"/>
          <a:stretch xmlns:a="http://schemas.openxmlformats.org/drawingml/2006/main"/>
        </p:blipFill>
        <p:spPr>
          <a:xfrm xmlns:a="http://schemas.openxmlformats.org/drawingml/2006/main">
            <a:off x="6115050" y="1774031"/>
            <a:ext cx="5391150" cy="4043363"/>
          </a:xfrm>
          <a:prstGeom xmlns:a="http://schemas.openxmlformats.org/drawingml/2006/main" prst="rect">
            <a:avLst/>
          </a:prstGeom>
        </p:spPr>
      </p:pic>
      <p:sp>
        <p:nvSpPr>
          <p:cNvPr id="8" name="s10-caption">
            <a:extLst xmlns:a="http://schemas.openxmlformats.org/drawingml/2006/main">
              <a:ext uri="{FF2B5EF4-FFF2-40B4-BE49-F238E27FC236}">
                <a16:creationId xmlns:a16="http://schemas.microsoft.com/office/drawing/2014/main" id="{86F91060-3DDB-45DC-8040-B667C765CF94}"/>
              </a:ext>
            </a:extLst>
          </p:cNvPr>
          <p:cNvSpPr>
            <a:spLocks xmlns:a="http://schemas.openxmlformats.org/drawingml/2006/main" noGrp="1"/>
          </p:cNvSpPr>
          <p:nvPr/>
        </p:nvSpPr>
        <p:spPr>
          <a:xfrm xmlns:a="http://schemas.openxmlformats.org/drawingml/2006/main">
            <a:off x="6115050" y="5895975"/>
            <a:ext cx="539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526B7B"/>
                </a:solidFill>
                <a:latin typeface="Noto Sans"/>
                <a:ea typeface="Noto Sans"/>
                <a:cs typeface="Noto Sans"/>
              </a:defRPr>
            </a:defPPr>
          </a:lstStyle>
          <a:p xmlns:a="http://schemas.openxmlformats.org/drawingml/2006/main">
            <a:pPr algn="l">
              <a:lnSpc>
                <a:spcPct val="112000"/>
              </a:lnSpc>
              <a:buNone/>
              <a:defRPr sz="1125" b="0">
                <a:solidFill>
                  <a:srgbClr val="526B7B"/>
                </a:solidFill>
                <a:latin typeface="Noto Sans"/>
                <a:ea typeface="Noto Sans"/>
                <a:cs typeface="Noto Sans"/>
              </a:defRPr>
            </a:pPr>
            <a:r>
              <a:rPr sz="1125" b="0">
                <a:solidFill>
                  <a:srgbClr val="526B7B"/>
                </a:solidFill>
                <a:latin typeface="Noto Sans"/>
                <a:ea typeface="Noto Sans"/>
                <a:cs typeface="Noto Sans"/>
              </a:rPr>
              <a:t>Ảnh trong bài tọa đàm STEM của nhà trường</a:t>
            </a:r>
          </a:p>
        </p:txBody>
      </p:sp>
      <p:sp>
        <p:nvSpPr>
          <p:cNvPr id="9" name="s10-journey-0">
            <a:extLst xmlns:a="http://schemas.openxmlformats.org/drawingml/2006/main">
              <a:ext uri="{FF2B5EF4-FFF2-40B4-BE49-F238E27FC236}">
                <a16:creationId xmlns:a16="http://schemas.microsoft.com/office/drawing/2014/main" id="{B7710FAF-1879-4865-9CB4-FEBEC1FB28DE}"/>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0" name="s10-journey-text-0">
            <a:extLst xmlns:a="http://schemas.openxmlformats.org/drawingml/2006/main">
              <a:ext uri="{FF2B5EF4-FFF2-40B4-BE49-F238E27FC236}">
                <a16:creationId xmlns:a16="http://schemas.microsoft.com/office/drawing/2014/main" id="{FC84C7C3-2945-4553-BE6C-CD0D64E38DBE}"/>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1" name="s10-journey-1">
            <a:extLst xmlns:a="http://schemas.openxmlformats.org/drawingml/2006/main">
              <a:ext uri="{FF2B5EF4-FFF2-40B4-BE49-F238E27FC236}">
                <a16:creationId xmlns:a16="http://schemas.microsoft.com/office/drawing/2014/main" id="{012C3118-1D5E-4B8D-BA44-D1B27BDBC353}"/>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2" name="s10-journey-text-1">
            <a:extLst xmlns:a="http://schemas.openxmlformats.org/drawingml/2006/main">
              <a:ext uri="{FF2B5EF4-FFF2-40B4-BE49-F238E27FC236}">
                <a16:creationId xmlns:a16="http://schemas.microsoft.com/office/drawing/2014/main" id="{CCD3BE8A-7AB6-440E-98BE-91EDFA0DB285}"/>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3" name="s10-journey-2">
            <a:extLst xmlns:a="http://schemas.openxmlformats.org/drawingml/2006/main">
              <a:ext uri="{FF2B5EF4-FFF2-40B4-BE49-F238E27FC236}">
                <a16:creationId xmlns:a16="http://schemas.microsoft.com/office/drawing/2014/main" id="{6B6FB875-0A45-4F02-987E-08B77BECDF92}"/>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4" name="s10-journey-text-2">
            <a:extLst xmlns:a="http://schemas.openxmlformats.org/drawingml/2006/main">
              <a:ext uri="{FF2B5EF4-FFF2-40B4-BE49-F238E27FC236}">
                <a16:creationId xmlns:a16="http://schemas.microsoft.com/office/drawing/2014/main" id="{A8133CEF-0475-407A-B134-ABBC189EDE30}"/>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5" name="s10-journey-3">
            <a:extLst xmlns:a="http://schemas.openxmlformats.org/drawingml/2006/main">
              <a:ext uri="{FF2B5EF4-FFF2-40B4-BE49-F238E27FC236}">
                <a16:creationId xmlns:a16="http://schemas.microsoft.com/office/drawing/2014/main" id="{9E7988CB-F14C-4444-87D7-E730C29AE4B4}"/>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6" name="s10-journey-text-3">
            <a:extLst xmlns:a="http://schemas.openxmlformats.org/drawingml/2006/main">
              <a:ext uri="{FF2B5EF4-FFF2-40B4-BE49-F238E27FC236}">
                <a16:creationId xmlns:a16="http://schemas.microsoft.com/office/drawing/2014/main" id="{3F7E0AB0-B0F4-435D-A699-D0DC0AD721BC}"/>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17" name="s10-source">
            <a:extLst xmlns:a="http://schemas.openxmlformats.org/drawingml/2006/main">
              <a:ext uri="{FF2B5EF4-FFF2-40B4-BE49-F238E27FC236}">
                <a16:creationId xmlns:a16="http://schemas.microsoft.com/office/drawing/2014/main" id="{EA8676A7-CB8A-46BF-96C5-3B731CFB9DFC}"/>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các bài tọa đàm trên website trường, 2025</a:t>
            </a:r>
          </a:p>
        </p:txBody>
      </p:sp>
      <p:sp>
        <p:nvSpPr>
          <p:cNvPr id="18" name="s10-page">
            <a:extLst xmlns:a="http://schemas.openxmlformats.org/drawingml/2006/main">
              <a:ext uri="{FF2B5EF4-FFF2-40B4-BE49-F238E27FC236}">
                <a16:creationId xmlns:a16="http://schemas.microsoft.com/office/drawing/2014/main" id="{C0943EC8-58F9-4C42-AC25-1CBE79186F00}"/>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10</a:t>
            </a:r>
          </a:p>
        </p:txBody>
      </p:sp>
    </p:spTree>
    <p:extLst>
      <p:ext uri="{BB962C8B-B14F-4D97-AF65-F5344CB8AC3E}">
        <p14:creationId val="1658306464"/>
      </p:ext>
    </p:extLst>
  </p:cSld>
  <mc:AlternateContent>
    <mc:Choice Requires="p159">
      <p:transition spd="slow" advClick="1" p14:dur="1000">
        <p159: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dur="2100" fill="hold">
                      <p:stCondLst>
                        <p:cond delay="0"/>
                      </p:stCondLst>
                      <p:childTnLst>
                        <p:par>
                          <p:cTn id="4" dur="210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fill="hold"/>
                                        <p:tgtEl>
                                          <p:spTgt spid="4"/>
                                        </p:tgtEl>
                                      </p:cBhvr>
                                    </p:animEffect>
                                  </p:childTnLst>
                                </p:cTn>
                              </p:par>
                              <p:par>
                                <p:cTn id="8" presetID="10" presetClass="entr" dur="600" fill="hold" grpId="0" nodeType="withEffect" presetSubtype="0">
                                  <p:stCondLst>
                                    <p:cond delay="8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fill="hold"/>
                                        <p:tgtEl>
                                          <p:spTgt spid="5"/>
                                        </p:tgtEl>
                                      </p:cBhvr>
                                    </p:animEffect>
                                  </p:childTnLst>
                                </p:cTn>
                              </p:par>
                              <p:par>
                                <p:cTn id="11" presetID="10" presetClass="entr" dur="600" fill="hold" grpId="0" nodeType="withEffect" presetSubtype="0">
                                  <p:stCondLst>
                                    <p:cond delay="1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fill="hold"/>
                                        <p:tgtEl>
                                          <p:spTgt spid="6"/>
                                        </p:tgtEl>
                                      </p:cBhvr>
                                    </p:animEffect>
                                  </p:childTnLst>
                                </p:cTn>
                              </p:par>
                              <p:par>
                                <p:cTn id="14" presetID="10" presetClass="entr" dur="600" fill="hold" grpId="0" nodeType="withEffect" presetSubtype="0">
                                  <p:stCondLst>
                                    <p:cond delay="1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P spid="8" grpId="0" build="allAtOnce" animBg="1"/>
    </p:bldLst>
  </p:timing>
</p:sld>
</file>

<file path=ppt/slides/slide11.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s11-header-rule">
            <a:extLst xmlns:a="http://schemas.openxmlformats.org/drawingml/2006/main">
              <a:ext uri="{FF2B5EF4-FFF2-40B4-BE49-F238E27FC236}">
                <a16:creationId xmlns:a16="http://schemas.microsoft.com/office/drawing/2014/main" id="{D1763997-EBDA-4583-A6F1-5932A32EE0D1}"/>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1-title">
            <a:extLst xmlns:a="http://schemas.openxmlformats.org/drawingml/2006/main">
              <a:ext uri="{FF2B5EF4-FFF2-40B4-BE49-F238E27FC236}">
                <a16:creationId xmlns:a16="http://schemas.microsoft.com/office/drawing/2014/main" id="{CA7F8307-3EBB-4B88-AA01-F55C4C7F118D}"/>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Nỗ lực và thành tích</a:t>
            </a:r>
          </a:p>
        </p:txBody>
      </p:sp>
      <p:sp>
        <p:nvSpPr>
          <p:cNvPr id="3" name="s11-year">
            <a:extLst xmlns:a="http://schemas.openxmlformats.org/drawingml/2006/main">
              <a:ext uri="{FF2B5EF4-FFF2-40B4-BE49-F238E27FC236}">
                <a16:creationId xmlns:a16="http://schemas.microsoft.com/office/drawing/2014/main" id="{47F76868-8A49-48B5-BD35-43BD3C06C4E2}"/>
              </a:ext>
            </a:extLst>
          </p:cNvPr>
          <p:cNvSpPr>
            <a:spLocks xmlns:a="http://schemas.openxmlformats.org/drawingml/2006/main" noGrp="1"/>
          </p:cNvSpPr>
          <p:nvPr/>
        </p:nvSpPr>
        <p:spPr>
          <a:xfrm xmlns:a="http://schemas.openxmlformats.org/drawingml/2006/main">
            <a:off x="685800" y="1685925"/>
            <a:ext cx="10725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1">
                <a:solidFill>
                  <a:srgbClr val="2F80ED"/>
                </a:solidFill>
                <a:latin typeface="Noto Sans"/>
                <a:ea typeface="Noto Sans"/>
                <a:cs typeface="Noto Sans"/>
              </a:defRPr>
            </a:defPPr>
          </a:lstStyle>
          <a:p xmlns:a="http://schemas.openxmlformats.org/drawingml/2006/main">
            <a:pPr algn="l">
              <a:lnSpc>
                <a:spcPct val="112000"/>
              </a:lnSpc>
              <a:buNone/>
              <a:defRPr sz="1425" b="1">
                <a:solidFill>
                  <a:srgbClr val="2F80ED"/>
                </a:solidFill>
                <a:latin typeface="Noto Sans"/>
                <a:ea typeface="Noto Sans"/>
                <a:cs typeface="Noto Sans"/>
              </a:defRPr>
            </a:pPr>
            <a:r>
              <a:rPr sz="1425" b="1">
                <a:solidFill>
                  <a:srgbClr val="2F80ED"/>
                </a:solidFill>
                <a:latin typeface="Noto Sans"/>
                <a:ea typeface="Noto Sans"/>
                <a:cs typeface="Noto Sans"/>
              </a:rPr>
              <a:t>THEO BÀI TỔNG KẾT NĂM HỌC 2025–2026</a:t>
            </a:r>
          </a:p>
        </p:txBody>
      </p:sp>
      <p:pic>
        <p:nvPicPr>
          <p:cNvPr id="4" name="s11-awards-photo" descr="Ảnh lễ tuyên dương trong bài tổng kết năm học 2025–2026 của THPT Xuân Mai">
            <a:extLst xmlns:a="http://schemas.openxmlformats.org/drawingml/2006/main">
              <a:ext uri="{FF2B5EF4-FFF2-40B4-BE49-F238E27FC236}">
                <a16:creationId xmlns:a16="http://schemas.microsoft.com/office/drawing/2014/main" id="{977CDD9F-9F0C-428C-9D8A-B04C7F8E0107}"/>
              </a:ext>
            </a:extLst>
          </p:cNvPr>
          <p:cNvPicPr>
            <a:picLocks xmlns:a="http://schemas.openxmlformats.org/drawingml/2006/main" noChangeAspect="1"/>
          </p:cNvPicPr>
          <p:nvPr/>
        </p:nvPicPr>
        <p:blipFill>
          <a:blip xmlns:r="http://schemas.openxmlformats.org/officeDocument/2006/relationships" xmlns:a="http://schemas.openxmlformats.org/drawingml/2006/main" r:embed="R8bcfc6a625294ef0"/>
          <a:stretch xmlns:a="http://schemas.openxmlformats.org/drawingml/2006/main"/>
        </p:blipFill>
        <p:spPr>
          <a:xfrm xmlns:a="http://schemas.openxmlformats.org/drawingml/2006/main">
            <a:off x="685800" y="2124075"/>
            <a:ext cx="5105400" cy="3829050"/>
          </a:xfrm>
          <a:prstGeom xmlns:a="http://schemas.openxmlformats.org/drawingml/2006/main" prst="rect">
            <a:avLst/>
          </a:prstGeom>
        </p:spPr>
      </p:pic>
      <p:sp>
        <p:nvSpPr>
          <p:cNvPr id="5" name="s11-award-1">
            <a:extLst xmlns:a="http://schemas.openxmlformats.org/drawingml/2006/main">
              <a:ext uri="{FF2B5EF4-FFF2-40B4-BE49-F238E27FC236}">
                <a16:creationId xmlns:a16="http://schemas.microsoft.com/office/drawing/2014/main" id="{276F709F-203B-4085-8A6E-38E9ADB12174}"/>
              </a:ext>
            </a:extLst>
          </p:cNvPr>
          <p:cNvSpPr>
            <a:spLocks xmlns:a="http://schemas.openxmlformats.org/drawingml/2006/main" noGrp="1"/>
          </p:cNvSpPr>
          <p:nvPr/>
        </p:nvSpPr>
        <p:spPr>
          <a:xfrm xmlns:a="http://schemas.openxmlformats.org/drawingml/2006/main">
            <a:off x="6229350" y="2238375"/>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02A43"/>
                </a:solidFill>
                <a:latin typeface="Noto Sans"/>
                <a:ea typeface="Noto Sans"/>
                <a:cs typeface="Noto Sans"/>
              </a:defRPr>
            </a:defPPr>
          </a:lstStyle>
          <a:p xmlns:a="http://schemas.openxmlformats.org/drawingml/2006/main">
            <a:pPr algn="l">
              <a:lnSpc>
                <a:spcPct val="112000"/>
              </a:lnSpc>
              <a:buNone/>
              <a:defRPr sz="2250" b="1">
                <a:solidFill>
                  <a:srgbClr val="102A43"/>
                </a:solidFill>
                <a:latin typeface="Noto Sans"/>
                <a:ea typeface="Noto Sans"/>
                <a:cs typeface="Noto Sans"/>
              </a:defRPr>
            </a:pPr>
            <a:r>
              <a:rPr sz="2250" b="1">
                <a:solidFill>
                  <a:srgbClr val="102A43"/>
                </a:solidFill>
                <a:latin typeface="Noto Sans"/>
                <a:ea typeface="Noto Sans"/>
                <a:cs typeface="Noto Sans"/>
              </a:rPr>
              <a:t>Nguyễn Công Lực</a:t>
            </a:r>
          </a:p>
        </p:txBody>
      </p:sp>
      <p:sp>
        <p:nvSpPr>
          <p:cNvPr id="6" name="s11-award-1-desc">
            <a:extLst xmlns:a="http://schemas.openxmlformats.org/drawingml/2006/main">
              <a:ext uri="{FF2B5EF4-FFF2-40B4-BE49-F238E27FC236}">
                <a16:creationId xmlns:a16="http://schemas.microsoft.com/office/drawing/2014/main" id="{25B1F3BB-8257-4054-91AE-AD307CF4CD9D}"/>
              </a:ext>
            </a:extLst>
          </p:cNvPr>
          <p:cNvSpPr>
            <a:spLocks xmlns:a="http://schemas.openxmlformats.org/drawingml/2006/main" noGrp="1"/>
          </p:cNvSpPr>
          <p:nvPr/>
        </p:nvSpPr>
        <p:spPr>
          <a:xfrm xmlns:a="http://schemas.openxmlformats.org/drawingml/2006/main">
            <a:off x="6229350" y="2781300"/>
            <a:ext cx="52768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526B7B"/>
                </a:solidFill>
                <a:latin typeface="Noto Sans"/>
                <a:ea typeface="Noto Sans"/>
                <a:cs typeface="Noto Sans"/>
              </a:defRPr>
            </a:defPPr>
          </a:lstStyle>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Giải Nhất học sinh giỏi thành phố</a:t>
            </a:r>
          </a:p>
          <a:p xmlns:a="http://schemas.openxmlformats.org/drawingml/2006/main">
            <a:pPr algn="l">
              <a:lnSpc>
                <a:spcPct val="112000"/>
              </a:lnSpc>
              <a:buNone/>
              <a:defRPr sz="1950" b="0">
                <a:solidFill>
                  <a:srgbClr val="526B7B"/>
                </a:solidFill>
                <a:latin typeface="Noto Sans"/>
                <a:ea typeface="Noto Sans"/>
                <a:cs typeface="Noto Sans"/>
              </a:defRPr>
            </a:pPr>
            <a:r>
              <a:rPr sz="1950" b="0">
                <a:solidFill>
                  <a:srgbClr val="526B7B"/>
                </a:solidFill>
                <a:latin typeface="Noto Sans"/>
                <a:ea typeface="Noto Sans"/>
                <a:cs typeface="Noto Sans"/>
              </a:rPr>
              <a:t>môn Sinh học</a:t>
            </a:r>
          </a:p>
        </p:txBody>
      </p:sp>
      <p:sp>
        <p:nvSpPr>
          <p:cNvPr id="7" name="s11-divider">
            <a:extLst xmlns:a="http://schemas.openxmlformats.org/drawingml/2006/main">
              <a:ext uri="{FF2B5EF4-FFF2-40B4-BE49-F238E27FC236}">
                <a16:creationId xmlns:a16="http://schemas.microsoft.com/office/drawing/2014/main" id="{19C93AFB-CA1C-48E5-AE67-907BBC505B4E}"/>
              </a:ext>
            </a:extLst>
          </p:cNvPr>
          <p:cNvSpPr>
            <a:spLocks xmlns:a="http://schemas.openxmlformats.org/drawingml/2006/main" noGrp="1"/>
          </p:cNvSpPr>
          <p:nvPr/>
        </p:nvSpPr>
        <p:spPr>
          <a:xfrm xmlns:a="http://schemas.openxmlformats.org/drawingml/2006/main">
            <a:off x="6229350" y="3848100"/>
            <a:ext cx="5276850" cy="19050"/>
          </a:xfrm>
          <a:prstGeom xmlns:a="http://schemas.openxmlformats.org/drawingml/2006/main" prst="rect">
            <a:avLst/>
          </a:prstGeom>
          <a:solidFill xmlns:a="http://schemas.openxmlformats.org/drawingml/2006/main">
            <a:srgbClr val="D4E0EA"/>
          </a:solidFill>
          <a:ln xmlns:a="http://schemas.openxmlformats.org/drawingml/2006/main" w="0">
            <a:noFill/>
            <a:prstDash val="solid"/>
          </a:ln>
        </p:spPr>
      </p:sp>
      <p:sp>
        <p:nvSpPr>
          <p:cNvPr id="8" name="s11-award-2">
            <a:extLst xmlns:a="http://schemas.openxmlformats.org/drawingml/2006/main">
              <a:ext uri="{FF2B5EF4-FFF2-40B4-BE49-F238E27FC236}">
                <a16:creationId xmlns:a16="http://schemas.microsoft.com/office/drawing/2014/main" id="{9B1EB089-EB3E-4AE5-BA2F-7F0BD1CA0560}"/>
              </a:ext>
            </a:extLst>
          </p:cNvPr>
          <p:cNvSpPr>
            <a:spLocks xmlns:a="http://schemas.openxmlformats.org/drawingml/2006/main" noGrp="1"/>
          </p:cNvSpPr>
          <p:nvPr/>
        </p:nvSpPr>
        <p:spPr>
          <a:xfrm xmlns:a="http://schemas.openxmlformats.org/drawingml/2006/main">
            <a:off x="6229350" y="4095750"/>
            <a:ext cx="52768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F80ED"/>
                </a:solidFill>
                <a:latin typeface="Noto Sans"/>
                <a:ea typeface="Noto Sans"/>
                <a:cs typeface="Noto Sans"/>
              </a:defRPr>
            </a:defPPr>
          </a:lstStyle>
          <a:p xmlns:a="http://schemas.openxmlformats.org/drawingml/2006/main">
            <a:pPr algn="l">
              <a:lnSpc>
                <a:spcPct val="112000"/>
              </a:lnSpc>
              <a:buNone/>
              <a:defRPr sz="2250" b="1">
                <a:solidFill>
                  <a:srgbClr val="2F80ED"/>
                </a:solidFill>
                <a:latin typeface="Noto Sans"/>
                <a:ea typeface="Noto Sans"/>
                <a:cs typeface="Noto Sans"/>
              </a:defRPr>
            </a:pPr>
            <a:r>
              <a:rPr sz="2250" b="1">
                <a:solidFill>
                  <a:srgbClr val="2F80ED"/>
                </a:solidFill>
                <a:latin typeface="Noto Sans"/>
                <a:ea typeface="Noto Sans"/>
                <a:cs typeface="Noto Sans"/>
              </a:rPr>
              <a:t>Dự án Schoolmind</a:t>
            </a:r>
          </a:p>
        </p:txBody>
      </p:sp>
      <p:sp>
        <p:nvSpPr>
          <p:cNvPr id="9" name="s11-award-2-desc">
            <a:extLst xmlns:a="http://schemas.openxmlformats.org/drawingml/2006/main">
              <a:ext uri="{FF2B5EF4-FFF2-40B4-BE49-F238E27FC236}">
                <a16:creationId xmlns:a16="http://schemas.microsoft.com/office/drawing/2014/main" id="{3AAFA5B5-1A57-4F93-A708-8B8BC38D6419}"/>
              </a:ext>
            </a:extLst>
          </p:cNvPr>
          <p:cNvSpPr>
            <a:spLocks xmlns:a="http://schemas.openxmlformats.org/drawingml/2006/main" noGrp="1"/>
          </p:cNvSpPr>
          <p:nvPr/>
        </p:nvSpPr>
        <p:spPr>
          <a:xfrm xmlns:a="http://schemas.openxmlformats.org/drawingml/2006/main">
            <a:off x="6229350" y="4667250"/>
            <a:ext cx="5276850"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26B7B"/>
                </a:solidFill>
                <a:latin typeface="Noto Sans"/>
                <a:ea typeface="Noto Sans"/>
                <a:cs typeface="Noto Sans"/>
              </a:defRPr>
            </a:defPPr>
          </a:lstStyle>
          <a:p xmlns:a="http://schemas.openxmlformats.org/drawingml/2006/main">
            <a:pPr algn="l">
              <a:lnSpc>
                <a:spcPct val="112000"/>
              </a:lnSpc>
              <a:buNone/>
              <a:defRPr sz="1800" b="0">
                <a:solidFill>
                  <a:srgbClr val="526B7B"/>
                </a:solidFill>
                <a:latin typeface="Noto Sans"/>
                <a:ea typeface="Noto Sans"/>
                <a:cs typeface="Noto Sans"/>
              </a:defRPr>
            </a:pPr>
            <a:r>
              <a:rPr sz="1800" b="0">
                <a:solidFill>
                  <a:srgbClr val="526B7B"/>
                </a:solidFill>
                <a:latin typeface="Noto Sans"/>
                <a:ea typeface="Noto Sans"/>
                <a:cs typeface="Noto Sans"/>
              </a:rPr>
              <a:t>Ngô Ngọc Tuấn Anh và Trần Mai Phương</a:t>
            </a:r>
          </a:p>
          <a:p xmlns:a="http://schemas.openxmlformats.org/drawingml/2006/main">
            <a:pPr algn="l">
              <a:lnSpc>
                <a:spcPct val="112000"/>
              </a:lnSpc>
              <a:buNone/>
              <a:defRPr sz="1800" b="0">
                <a:solidFill>
                  <a:srgbClr val="526B7B"/>
                </a:solidFill>
                <a:latin typeface="Noto Sans"/>
                <a:ea typeface="Noto Sans"/>
                <a:cs typeface="Noto Sans"/>
              </a:defRPr>
            </a:pPr>
            <a:r>
              <a:rPr sz="1800" b="0">
                <a:solidFill>
                  <a:srgbClr val="526B7B"/>
                </a:solidFill>
                <a:latin typeface="Noto Sans"/>
                <a:ea typeface="Noto Sans"/>
                <a:cs typeface="Noto Sans"/>
              </a:rPr>
              <a:t>Giải Nhất khoa học kỹ thuật thành phố</a:t>
            </a:r>
          </a:p>
          <a:p xmlns:a="http://schemas.openxmlformats.org/drawingml/2006/main">
            <a:pPr algn="l">
              <a:lnSpc>
                <a:spcPct val="112000"/>
              </a:lnSpc>
              <a:buNone/>
              <a:defRPr sz="1800" b="0">
                <a:solidFill>
                  <a:srgbClr val="526B7B"/>
                </a:solidFill>
                <a:latin typeface="Noto Sans"/>
                <a:ea typeface="Noto Sans"/>
                <a:cs typeface="Noto Sans"/>
              </a:defRPr>
            </a:pPr>
            <a:r>
              <a:rPr sz="1800" b="0">
                <a:solidFill>
                  <a:srgbClr val="526B7B"/>
                </a:solidFill>
                <a:latin typeface="Noto Sans"/>
                <a:ea typeface="Noto Sans"/>
                <a:cs typeface="Noto Sans"/>
              </a:rPr>
              <a:t>AI hỗ trợ tư vấn tâm lý học đường</a:t>
            </a:r>
          </a:p>
        </p:txBody>
      </p:sp>
      <p:sp>
        <p:nvSpPr>
          <p:cNvPr id="10" name="s11-journey-0">
            <a:extLst xmlns:a="http://schemas.openxmlformats.org/drawingml/2006/main">
              <a:ext uri="{FF2B5EF4-FFF2-40B4-BE49-F238E27FC236}">
                <a16:creationId xmlns:a16="http://schemas.microsoft.com/office/drawing/2014/main" id="{D6EDD47F-CE69-4275-A54E-9C175144EDA0}"/>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1" name="s11-journey-text-0">
            <a:extLst xmlns:a="http://schemas.openxmlformats.org/drawingml/2006/main">
              <a:ext uri="{FF2B5EF4-FFF2-40B4-BE49-F238E27FC236}">
                <a16:creationId xmlns:a16="http://schemas.microsoft.com/office/drawing/2014/main" id="{E91C48F4-FFDF-40E9-AB1F-A9908B266D67}"/>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2" name="s11-journey-1">
            <a:extLst xmlns:a="http://schemas.openxmlformats.org/drawingml/2006/main">
              <a:ext uri="{FF2B5EF4-FFF2-40B4-BE49-F238E27FC236}">
                <a16:creationId xmlns:a16="http://schemas.microsoft.com/office/drawing/2014/main" id="{E5CF5F5A-9E5F-43AB-B7D0-37CA1EB34D3A}"/>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3" name="s11-journey-text-1">
            <a:extLst xmlns:a="http://schemas.openxmlformats.org/drawingml/2006/main">
              <a:ext uri="{FF2B5EF4-FFF2-40B4-BE49-F238E27FC236}">
                <a16:creationId xmlns:a16="http://schemas.microsoft.com/office/drawing/2014/main" id="{F63A7FCE-71A2-4AD4-A628-8D61DAD37A58}"/>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4" name="s11-journey-2">
            <a:extLst xmlns:a="http://schemas.openxmlformats.org/drawingml/2006/main">
              <a:ext uri="{FF2B5EF4-FFF2-40B4-BE49-F238E27FC236}">
                <a16:creationId xmlns:a16="http://schemas.microsoft.com/office/drawing/2014/main" id="{B555B8F2-39E4-40B3-9F0E-2840549B569A}"/>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5" name="s11-journey-text-2">
            <a:extLst xmlns:a="http://schemas.openxmlformats.org/drawingml/2006/main">
              <a:ext uri="{FF2B5EF4-FFF2-40B4-BE49-F238E27FC236}">
                <a16:creationId xmlns:a16="http://schemas.microsoft.com/office/drawing/2014/main" id="{ECCAAEF8-1CAB-414C-B5EC-8081A38CD853}"/>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6" name="s11-journey-3">
            <a:extLst xmlns:a="http://schemas.openxmlformats.org/drawingml/2006/main">
              <a:ext uri="{FF2B5EF4-FFF2-40B4-BE49-F238E27FC236}">
                <a16:creationId xmlns:a16="http://schemas.microsoft.com/office/drawing/2014/main" id="{FBBA7336-1EA2-4B60-80B5-0441C64C1C2A}"/>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7" name="s11-journey-text-3">
            <a:extLst xmlns:a="http://schemas.openxmlformats.org/drawingml/2006/main">
              <a:ext uri="{FF2B5EF4-FFF2-40B4-BE49-F238E27FC236}">
                <a16:creationId xmlns:a16="http://schemas.microsoft.com/office/drawing/2014/main" id="{4180DAAB-9054-4304-886A-98CF9BFCF41F}"/>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18" name="s11-source">
            <a:extLst xmlns:a="http://schemas.openxmlformats.org/drawingml/2006/main">
              <a:ext uri="{FF2B5EF4-FFF2-40B4-BE49-F238E27FC236}">
                <a16:creationId xmlns:a16="http://schemas.microsoft.com/office/drawing/2014/main" id="{0A8944B4-C690-4D07-BC02-FFD073B5B02A}"/>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bài tổng kết 2025–2026 của nhà trường</a:t>
            </a:r>
          </a:p>
        </p:txBody>
      </p:sp>
      <p:sp>
        <p:nvSpPr>
          <p:cNvPr id="19" name="s11-page">
            <a:extLst xmlns:a="http://schemas.openxmlformats.org/drawingml/2006/main">
              <a:ext uri="{FF2B5EF4-FFF2-40B4-BE49-F238E27FC236}">
                <a16:creationId xmlns:a16="http://schemas.microsoft.com/office/drawing/2014/main" id="{6E9A385C-7F13-4DFA-8FC9-0BAB723E3AE5}"/>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11</a:t>
            </a:r>
          </a:p>
        </p:txBody>
      </p:sp>
    </p:spTree>
    <p:extLst>
      <p:ext uri="{BB962C8B-B14F-4D97-AF65-F5344CB8AC3E}">
        <p14:creationId val="1394073574"/>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100" fill="hold">
                      <p:stCondLst>
                        <p:cond delay="0"/>
                      </p:stCondLst>
                      <p:childTnLst>
                        <p:par>
                          <p:cTn id="4" dur="210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fill="hold"/>
                                        <p:tgtEl>
                                          <p:spTgt spid="5"/>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fill="hold"/>
                                        <p:tgtEl>
                                          <p:spTgt spid="6"/>
                                        </p:tgtEl>
                                      </p:cBhvr>
                                    </p:animEffect>
                                  </p:childTnLst>
                                </p:cTn>
                              </p:par>
                              <p:par>
                                <p:cTn id="11" presetID="10" presetClass="entr" dur="600" fill="hold" grpId="0" nodeType="withEffect" presetSubtype="0">
                                  <p:stCondLst>
                                    <p:cond delay="8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fill="hold"/>
                                        <p:tgtEl>
                                          <p:spTgt spid="8"/>
                                        </p:tgtEl>
                                      </p:cBhvr>
                                    </p:animEffect>
                                  </p:childTnLst>
                                </p:cTn>
                              </p:par>
                              <p:par>
                                <p:cTn id="14" presetID="10" presetClass="entr" dur="600" fill="hold" grpId="0" nodeType="withEffect" presetSubtype="0">
                                  <p:stCondLst>
                                    <p:cond delay="8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fill="hold"/>
                                        <p:tgtEl>
                                          <p:spTgt spid="9"/>
                                        </p:tgtEl>
                                      </p:cBhvr>
                                    </p:animEffect>
                                  </p:childTnLst>
                                </p:cTn>
                              </p:par>
                              <p:par>
                                <p:cTn id="17" presetID="10" presetClass="entr" dur="600" fill="hold" grpId="0" nodeType="withEffect" presetSubtype="0">
                                  <p:stCondLst>
                                    <p:cond delay="150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600" fill="hold"/>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8" grpId="0" build="allAtOnce" animBg="1"/>
      <p:bldP spid="9" grpId="0" build="allAtOnce" animBg="1"/>
      <p:bldP spid="3" grpId="0" build="allAtOnce" animBg="1"/>
    </p:bldLst>
  </p:timing>
</p:sld>
</file>

<file path=ppt/slides/slide12.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s12-header-rule">
            <a:extLst xmlns:a="http://schemas.openxmlformats.org/drawingml/2006/main">
              <a:ext uri="{FF2B5EF4-FFF2-40B4-BE49-F238E27FC236}">
                <a16:creationId xmlns:a16="http://schemas.microsoft.com/office/drawing/2014/main" id="{4610037F-963A-401A-8A4A-3CAAD0B1F88E}"/>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2-title">
            <a:extLst xmlns:a="http://schemas.openxmlformats.org/drawingml/2006/main">
              <a:ext uri="{FF2B5EF4-FFF2-40B4-BE49-F238E27FC236}">
                <a16:creationId xmlns:a16="http://schemas.microsoft.com/office/drawing/2014/main" id="{4B9AA7EC-0634-40AB-93EF-4E0A2AE6D7A6}"/>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Sắc màu của hoạt động văn nghệ</a:t>
            </a:r>
          </a:p>
        </p:txBody>
      </p:sp>
      <p:pic>
        <p:nvPicPr>
          <p:cNvPr id="3" name="s12-stage" descr="Tiết mục múa Làng Chài trong hội diễn kỷ niệm 50 năm thành lập trường, năm 2022">
            <a:extLst xmlns:a="http://schemas.openxmlformats.org/drawingml/2006/main">
              <a:ext uri="{FF2B5EF4-FFF2-40B4-BE49-F238E27FC236}">
                <a16:creationId xmlns:a16="http://schemas.microsoft.com/office/drawing/2014/main" id="{8BD9A0A5-579E-46B9-A409-C501C8F248B8}"/>
              </a:ext>
            </a:extLst>
          </p:cNvPr>
          <p:cNvPicPr>
            <a:picLocks xmlns:a="http://schemas.openxmlformats.org/drawingml/2006/main" noChangeAspect="1"/>
          </p:cNvPicPr>
          <p:nvPr/>
        </p:nvPicPr>
        <p:blipFill>
          <a:blip xmlns:r="http://schemas.openxmlformats.org/officeDocument/2006/relationships" xmlns:a="http://schemas.openxmlformats.org/drawingml/2006/main" r:embed="R1ca2b655173d4872"/>
          <a:stretch xmlns:a="http://schemas.openxmlformats.org/drawingml/2006/main"/>
        </p:blipFill>
        <p:spPr>
          <a:xfrm xmlns:a="http://schemas.openxmlformats.org/drawingml/2006/main">
            <a:off x="685800" y="1753269"/>
            <a:ext cx="6505575" cy="4332537"/>
          </a:xfrm>
          <a:prstGeom xmlns:a="http://schemas.openxmlformats.org/drawingml/2006/main" prst="rect">
            <a:avLst/>
          </a:prstGeom>
        </p:spPr>
      </p:pic>
      <p:sp>
        <p:nvSpPr>
          <p:cNvPr id="4" name="s12-label">
            <a:extLst xmlns:a="http://schemas.openxmlformats.org/drawingml/2006/main">
              <a:ext uri="{FF2B5EF4-FFF2-40B4-BE49-F238E27FC236}">
                <a16:creationId xmlns:a16="http://schemas.microsoft.com/office/drawing/2014/main" id="{34142983-A82A-49DF-BD4F-3F145DA84F33}"/>
              </a:ext>
            </a:extLst>
          </p:cNvPr>
          <p:cNvSpPr>
            <a:spLocks xmlns:a="http://schemas.openxmlformats.org/drawingml/2006/main" noGrp="1"/>
          </p:cNvSpPr>
          <p:nvPr/>
        </p:nvSpPr>
        <p:spPr>
          <a:xfrm xmlns:a="http://schemas.openxmlformats.org/drawingml/2006/main">
            <a:off x="7877175" y="1895475"/>
            <a:ext cx="36290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1">
                <a:solidFill>
                  <a:srgbClr val="2F80ED"/>
                </a:solidFill>
                <a:latin typeface="Noto Sans"/>
                <a:ea typeface="Noto Sans"/>
                <a:cs typeface="Noto Sans"/>
              </a:defRPr>
            </a:defPPr>
          </a:lstStyle>
          <a:p xmlns:a="http://schemas.openxmlformats.org/drawingml/2006/main">
            <a:pPr algn="l">
              <a:lnSpc>
                <a:spcPct val="112000"/>
              </a:lnSpc>
              <a:buNone/>
              <a:defRPr sz="1425" b="1">
                <a:solidFill>
                  <a:srgbClr val="2F80ED"/>
                </a:solidFill>
                <a:latin typeface="Noto Sans"/>
                <a:ea typeface="Noto Sans"/>
                <a:cs typeface="Noto Sans"/>
              </a:defRPr>
            </a:pPr>
            <a:r>
              <a:rPr sz="1425" b="1">
                <a:solidFill>
                  <a:srgbClr val="2F80ED"/>
                </a:solidFill>
                <a:latin typeface="Noto Sans"/>
                <a:ea typeface="Noto Sans"/>
                <a:cs typeface="Noto Sans"/>
              </a:rPr>
              <a:t>HỘI DIỄN NĂM 2022</a:t>
            </a:r>
          </a:p>
        </p:txBody>
      </p:sp>
      <p:sp>
        <p:nvSpPr>
          <p:cNvPr id="5" name="s12-event">
            <a:extLst xmlns:a="http://schemas.openxmlformats.org/drawingml/2006/main">
              <a:ext uri="{FF2B5EF4-FFF2-40B4-BE49-F238E27FC236}">
                <a16:creationId xmlns:a16="http://schemas.microsoft.com/office/drawing/2014/main" id="{A15D7DE1-002B-4337-8D24-F19E629F9688}"/>
              </a:ext>
            </a:extLst>
          </p:cNvPr>
          <p:cNvSpPr>
            <a:spLocks xmlns:a="http://schemas.openxmlformats.org/drawingml/2006/main" noGrp="1"/>
          </p:cNvSpPr>
          <p:nvPr/>
        </p:nvSpPr>
        <p:spPr>
          <a:xfrm xmlns:a="http://schemas.openxmlformats.org/drawingml/2006/main">
            <a:off x="7877175" y="2466975"/>
            <a:ext cx="36290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02A43"/>
                </a:solidFill>
                <a:latin typeface="Noto Sans"/>
                <a:ea typeface="Noto Sans"/>
                <a:cs typeface="Noto Sans"/>
              </a:defRPr>
            </a:defPPr>
          </a:lstStyle>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Kỷ niệm 50 năm</a:t>
            </a:r>
          </a:p>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thành lập trường</a:t>
            </a:r>
          </a:p>
        </p:txBody>
      </p:sp>
      <p:sp>
        <p:nvSpPr>
          <p:cNvPr id="6" name="s12-reflection">
            <a:extLst xmlns:a="http://schemas.openxmlformats.org/drawingml/2006/main">
              <a:ext uri="{FF2B5EF4-FFF2-40B4-BE49-F238E27FC236}">
                <a16:creationId xmlns:a16="http://schemas.microsoft.com/office/drawing/2014/main" id="{6F2A8EDC-1FA3-4480-A1FC-E2AAFB56DFC6}"/>
              </a:ext>
            </a:extLst>
          </p:cNvPr>
          <p:cNvSpPr>
            <a:spLocks xmlns:a="http://schemas.openxmlformats.org/drawingml/2006/main" noGrp="1"/>
          </p:cNvSpPr>
          <p:nvPr/>
        </p:nvSpPr>
        <p:spPr>
          <a:xfrm xmlns:a="http://schemas.openxmlformats.org/drawingml/2006/main">
            <a:off x="7877175" y="3962400"/>
            <a:ext cx="3629025"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Em thích hình ảnh</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các bạn cùng tập luyện,</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cùng bước lên sân khấu.</a:t>
            </a:r>
          </a:p>
        </p:txBody>
      </p:sp>
      <p:sp>
        <p:nvSpPr>
          <p:cNvPr id="7" name="s12-hope">
            <a:extLst xmlns:a="http://schemas.openxmlformats.org/drawingml/2006/main">
              <a:ext uri="{FF2B5EF4-FFF2-40B4-BE49-F238E27FC236}">
                <a16:creationId xmlns:a16="http://schemas.microsoft.com/office/drawing/2014/main" id="{744EA6D6-AD72-4D6F-A63E-FC766297B898}"/>
              </a:ext>
            </a:extLst>
          </p:cNvPr>
          <p:cNvSpPr>
            <a:spLocks xmlns:a="http://schemas.openxmlformats.org/drawingml/2006/main" noGrp="1"/>
          </p:cNvSpPr>
          <p:nvPr/>
        </p:nvSpPr>
        <p:spPr>
          <a:xfrm xmlns:a="http://schemas.openxmlformats.org/drawingml/2006/main">
            <a:off x="7877175" y="5486400"/>
            <a:ext cx="36290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02A43"/>
                </a:solidFill>
                <a:latin typeface="Noto Sans"/>
                <a:ea typeface="Noto Sans"/>
                <a:cs typeface="Noto Sans"/>
              </a:defRPr>
            </a:defPPr>
          </a:lstStyle>
          <a:p xmlns:a="http://schemas.openxmlformats.org/drawingml/2006/main">
            <a:pPr algn="l">
              <a:lnSpc>
                <a:spcPct val="112000"/>
              </a:lnSpc>
              <a:buNone/>
              <a:defRPr sz="1875" b="0">
                <a:solidFill>
                  <a:srgbClr val="102A43"/>
                </a:solidFill>
                <a:latin typeface="Noto Sans"/>
                <a:ea typeface="Noto Sans"/>
                <a:cs typeface="Noto Sans"/>
              </a:defRPr>
            </a:pPr>
            <a:r>
              <a:rPr sz="1875" b="0">
                <a:solidFill>
                  <a:srgbClr val="102A43"/>
                </a:solidFill>
                <a:latin typeface="Noto Sans"/>
                <a:ea typeface="Noto Sans"/>
                <a:cs typeface="Noto Sans"/>
              </a:rPr>
              <a:t>Em mong góp phần</a:t>
            </a:r>
          </a:p>
          <a:p xmlns:a="http://schemas.openxmlformats.org/drawingml/2006/main">
            <a:pPr algn="l">
              <a:lnSpc>
                <a:spcPct val="112000"/>
              </a:lnSpc>
              <a:buNone/>
              <a:defRPr sz="1875" b="0">
                <a:solidFill>
                  <a:srgbClr val="102A43"/>
                </a:solidFill>
                <a:latin typeface="Noto Sans"/>
                <a:ea typeface="Noto Sans"/>
                <a:cs typeface="Noto Sans"/>
              </a:defRPr>
            </a:pPr>
            <a:r>
              <a:rPr sz="1875" b="0">
                <a:solidFill>
                  <a:srgbClr val="102A43"/>
                </a:solidFill>
                <a:latin typeface="Noto Sans"/>
                <a:ea typeface="Noto Sans"/>
                <a:cs typeface="Noto Sans"/>
              </a:rPr>
              <a:t>vào một hoạt động chung.</a:t>
            </a:r>
          </a:p>
        </p:txBody>
      </p:sp>
      <p:sp>
        <p:nvSpPr>
          <p:cNvPr id="8" name="s12-journey-0">
            <a:extLst xmlns:a="http://schemas.openxmlformats.org/drawingml/2006/main">
              <a:ext uri="{FF2B5EF4-FFF2-40B4-BE49-F238E27FC236}">
                <a16:creationId xmlns:a16="http://schemas.microsoft.com/office/drawing/2014/main" id="{9A7ED4BD-9262-426F-9EA0-732DDF2487B3}"/>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9" name="s12-journey-text-0">
            <a:extLst xmlns:a="http://schemas.openxmlformats.org/drawingml/2006/main">
              <a:ext uri="{FF2B5EF4-FFF2-40B4-BE49-F238E27FC236}">
                <a16:creationId xmlns:a16="http://schemas.microsoft.com/office/drawing/2014/main" id="{7BBD8153-607A-49A9-B390-51D30FFDCD78}"/>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0" name="s12-journey-1">
            <a:extLst xmlns:a="http://schemas.openxmlformats.org/drawingml/2006/main">
              <a:ext uri="{FF2B5EF4-FFF2-40B4-BE49-F238E27FC236}">
                <a16:creationId xmlns:a16="http://schemas.microsoft.com/office/drawing/2014/main" id="{F34C9FBE-59C9-4BB8-B3A7-CF77BDE7A456}"/>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1" name="s12-journey-text-1">
            <a:extLst xmlns:a="http://schemas.openxmlformats.org/drawingml/2006/main">
              <a:ext uri="{FF2B5EF4-FFF2-40B4-BE49-F238E27FC236}">
                <a16:creationId xmlns:a16="http://schemas.microsoft.com/office/drawing/2014/main" id="{CA83C241-07C1-4227-A4C3-31329BA6ECE0}"/>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2" name="s12-journey-2">
            <a:extLst xmlns:a="http://schemas.openxmlformats.org/drawingml/2006/main">
              <a:ext uri="{FF2B5EF4-FFF2-40B4-BE49-F238E27FC236}">
                <a16:creationId xmlns:a16="http://schemas.microsoft.com/office/drawing/2014/main" id="{1F4B221B-5167-47AE-8697-2D36648CA572}"/>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3" name="s12-journey-text-2">
            <a:extLst xmlns:a="http://schemas.openxmlformats.org/drawingml/2006/main">
              <a:ext uri="{FF2B5EF4-FFF2-40B4-BE49-F238E27FC236}">
                <a16:creationId xmlns:a16="http://schemas.microsoft.com/office/drawing/2014/main" id="{6D503FC6-5F91-47A7-8200-357A18080C0A}"/>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4" name="s12-journey-3">
            <a:extLst xmlns:a="http://schemas.openxmlformats.org/drawingml/2006/main">
              <a:ext uri="{FF2B5EF4-FFF2-40B4-BE49-F238E27FC236}">
                <a16:creationId xmlns:a16="http://schemas.microsoft.com/office/drawing/2014/main" id="{F57DC73F-C3D3-46C3-9132-EB04ACF6A6DB}"/>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5" name="s12-journey-text-3">
            <a:extLst xmlns:a="http://schemas.openxmlformats.org/drawingml/2006/main">
              <a:ext uri="{FF2B5EF4-FFF2-40B4-BE49-F238E27FC236}">
                <a16:creationId xmlns:a16="http://schemas.microsoft.com/office/drawing/2014/main" id="{4C6389EA-815B-43FC-B35C-0DE59C843187}"/>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16" name="s12-source">
            <a:extLst xmlns:a="http://schemas.openxmlformats.org/drawingml/2006/main">
              <a:ext uri="{FF2B5EF4-FFF2-40B4-BE49-F238E27FC236}">
                <a16:creationId xmlns:a16="http://schemas.microsoft.com/office/drawing/2014/main" id="{04284DA5-916E-4455-B18E-01F5F485C624}"/>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Ảnh: hội diễn 50 năm, website trường, 2022</a:t>
            </a:r>
          </a:p>
        </p:txBody>
      </p:sp>
      <p:sp>
        <p:nvSpPr>
          <p:cNvPr id="17" name="s12-page">
            <a:extLst xmlns:a="http://schemas.openxmlformats.org/drawingml/2006/main">
              <a:ext uri="{FF2B5EF4-FFF2-40B4-BE49-F238E27FC236}">
                <a16:creationId xmlns:a16="http://schemas.microsoft.com/office/drawing/2014/main" id="{B5BDFE34-E3F0-4426-9847-47F113609286}"/>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12</a:t>
            </a:r>
          </a:p>
        </p:txBody>
      </p:sp>
    </p:spTree>
    <p:extLst>
      <p:ext uri="{BB962C8B-B14F-4D97-AF65-F5344CB8AC3E}">
        <p14:creationId val="287498561"/>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050" fill="hold">
                      <p:stCondLst>
                        <p:cond delay="0"/>
                      </p:stCondLst>
                      <p:childTnLst>
                        <p:par>
                          <p:cTn id="4" dur="20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fill="hold"/>
                                        <p:tgtEl>
                                          <p:spTgt spid="4"/>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fill="hold"/>
                                        <p:tgtEl>
                                          <p:spTgt spid="5"/>
                                        </p:tgtEl>
                                      </p:cBhvr>
                                    </p:animEffect>
                                  </p:childTnLst>
                                </p:cTn>
                              </p:par>
                              <p:par>
                                <p:cTn id="11" presetID="10" presetClass="entr" dur="600" fill="hold" grpId="0" nodeType="withEffect" presetSubtype="0">
                                  <p:stCondLst>
                                    <p:cond delay="8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fill="hold"/>
                                        <p:tgtEl>
                                          <p:spTgt spid="6"/>
                                        </p:tgtEl>
                                      </p:cBhvr>
                                    </p:animEffect>
                                  </p:childTnLst>
                                </p:cTn>
                              </p:par>
                              <p:par>
                                <p:cTn id="14" presetID="10" presetClass="entr" dur="600" fill="hold" grpId="0" nodeType="withEffect" presetSubtype="0">
                                  <p:stCondLst>
                                    <p:cond delay="14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fill="hold"/>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P spid="7" grpId="0" build="allAtOnce" animBg="1"/>
    </p:bldLst>
  </p:timing>
</p:sld>
</file>

<file path=ppt/slides/slide13.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s13-header-rule">
            <a:extLst xmlns:a="http://schemas.openxmlformats.org/drawingml/2006/main">
              <a:ext uri="{FF2B5EF4-FFF2-40B4-BE49-F238E27FC236}">
                <a16:creationId xmlns:a16="http://schemas.microsoft.com/office/drawing/2014/main" id="{591BE010-240A-4420-91C1-BAEBD5A73E10}"/>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3-title">
            <a:extLst xmlns:a="http://schemas.openxmlformats.org/drawingml/2006/main">
              <a:ext uri="{FF2B5EF4-FFF2-40B4-BE49-F238E27FC236}">
                <a16:creationId xmlns:a16="http://schemas.microsoft.com/office/drawing/2014/main" id="{7297B483-A212-4DCA-BBFD-8D4DF34D570B}"/>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Thể thao và sân chơi ngoài lớp</a:t>
            </a:r>
          </a:p>
        </p:txBody>
      </p:sp>
      <p:sp>
        <p:nvSpPr>
          <p:cNvPr id="3" name="s13-evidence">
            <a:extLst xmlns:a="http://schemas.openxmlformats.org/drawingml/2006/main">
              <a:ext uri="{FF2B5EF4-FFF2-40B4-BE49-F238E27FC236}">
                <a16:creationId xmlns:a16="http://schemas.microsoft.com/office/drawing/2014/main" id="{F523F09A-4477-4D68-99D2-97DD83CFC042}"/>
              </a:ext>
            </a:extLst>
          </p:cNvPr>
          <p:cNvSpPr>
            <a:spLocks xmlns:a="http://schemas.openxmlformats.org/drawingml/2006/main" noGrp="1"/>
          </p:cNvSpPr>
          <p:nvPr/>
        </p:nvSpPr>
        <p:spPr>
          <a:xfrm xmlns:a="http://schemas.openxmlformats.org/drawingml/2006/main">
            <a:off x="685800" y="1819275"/>
            <a:ext cx="4781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02A43"/>
                </a:solidFill>
                <a:latin typeface="Noto Sans"/>
                <a:ea typeface="Noto Sans"/>
                <a:cs typeface="Noto Sans"/>
              </a:defRPr>
            </a:defPPr>
          </a:lstStyle>
          <a:p xmlns:a="http://schemas.openxmlformats.org/drawingml/2006/main">
            <a:pPr algn="l">
              <a:lnSpc>
                <a:spcPct val="112000"/>
              </a:lnSpc>
              <a:buNone/>
              <a:defRPr sz="2175" b="1">
                <a:solidFill>
                  <a:srgbClr val="102A43"/>
                </a:solidFill>
                <a:latin typeface="Noto Sans"/>
                <a:ea typeface="Noto Sans"/>
                <a:cs typeface="Noto Sans"/>
              </a:defRPr>
            </a:pPr>
            <a:r>
              <a:rPr sz="2175" b="1">
                <a:solidFill>
                  <a:srgbClr val="102A43"/>
                </a:solidFill>
                <a:latin typeface="Noto Sans"/>
                <a:ea typeface="Noto Sans"/>
                <a:cs typeface="Noto Sans"/>
              </a:rPr>
              <a:t>Ngày hội Xuân năm 2020</a:t>
            </a:r>
          </a:p>
          <a:p xmlns:a="http://schemas.openxmlformats.org/drawingml/2006/main">
            <a:pPr algn="l">
              <a:lnSpc>
                <a:spcPct val="112000"/>
              </a:lnSpc>
              <a:buNone/>
              <a:defRPr sz="2175" b="1">
                <a:solidFill>
                  <a:srgbClr val="102A43"/>
                </a:solidFill>
                <a:latin typeface="Noto Sans"/>
                <a:ea typeface="Noto Sans"/>
                <a:cs typeface="Noto Sans"/>
              </a:defRPr>
            </a:pPr>
            <a:r>
              <a:rPr sz="2175" b="1">
                <a:solidFill>
                  <a:srgbClr val="102A43"/>
                </a:solidFill>
                <a:latin typeface="Noto Sans"/>
                <a:ea typeface="Noto Sans"/>
                <a:cs typeface="Noto Sans"/>
              </a:rPr>
              <a:t>có trò chơi tập thể</a:t>
            </a:r>
          </a:p>
        </p:txBody>
      </p:sp>
      <p:sp>
        <p:nvSpPr>
          <p:cNvPr id="4" name="s13-games">
            <a:extLst xmlns:a="http://schemas.openxmlformats.org/drawingml/2006/main">
              <a:ext uri="{FF2B5EF4-FFF2-40B4-BE49-F238E27FC236}">
                <a16:creationId xmlns:a16="http://schemas.microsoft.com/office/drawing/2014/main" id="{04E313EF-3E88-4085-A066-7ACADEE35EEE}"/>
              </a:ext>
            </a:extLst>
          </p:cNvPr>
          <p:cNvSpPr>
            <a:spLocks xmlns:a="http://schemas.openxmlformats.org/drawingml/2006/main" noGrp="1"/>
          </p:cNvSpPr>
          <p:nvPr/>
        </p:nvSpPr>
        <p:spPr>
          <a:xfrm xmlns:a="http://schemas.openxmlformats.org/drawingml/2006/main">
            <a:off x="685800" y="3048000"/>
            <a:ext cx="46958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F80ED"/>
                </a:solidFill>
                <a:latin typeface="Noto Sans"/>
                <a:ea typeface="Noto Sans"/>
                <a:cs typeface="Noto Sans"/>
              </a:defRPr>
            </a:defPPr>
          </a:lstStyle>
          <a:p xmlns:a="http://schemas.openxmlformats.org/drawingml/2006/main">
            <a:pPr algn="l">
              <a:lnSpc>
                <a:spcPct val="112000"/>
              </a:lnSpc>
              <a:buNone/>
              <a:defRPr sz="2250" b="1">
                <a:solidFill>
                  <a:srgbClr val="2F80ED"/>
                </a:solidFill>
                <a:latin typeface="Noto Sans"/>
                <a:ea typeface="Noto Sans"/>
                <a:cs typeface="Noto Sans"/>
              </a:defRPr>
            </a:pPr>
            <a:r>
              <a:rPr sz="2250" b="1">
                <a:solidFill>
                  <a:srgbClr val="2F80ED"/>
                </a:solidFill>
                <a:latin typeface="Noto Sans"/>
                <a:ea typeface="Noto Sans"/>
                <a:cs typeface="Noto Sans"/>
              </a:rPr>
              <a:t>Nhảy bao bố</a:t>
            </a:r>
          </a:p>
          <a:p xmlns:a="http://schemas.openxmlformats.org/drawingml/2006/main">
            <a:pPr algn="l">
              <a:lnSpc>
                <a:spcPct val="112000"/>
              </a:lnSpc>
              <a:buNone/>
              <a:defRPr sz="2250" b="1">
                <a:solidFill>
                  <a:srgbClr val="2F80ED"/>
                </a:solidFill>
                <a:latin typeface="Noto Sans"/>
                <a:ea typeface="Noto Sans"/>
                <a:cs typeface="Noto Sans"/>
              </a:defRPr>
            </a:pPr>
            <a:r>
              <a:rPr sz="2250" b="1">
                <a:solidFill>
                  <a:srgbClr val="2F80ED"/>
                </a:solidFill>
                <a:latin typeface="Noto Sans"/>
                <a:ea typeface="Noto Sans"/>
                <a:cs typeface="Noto Sans"/>
              </a:rPr>
              <a:t>Chuyền bóng</a:t>
            </a:r>
          </a:p>
        </p:txBody>
      </p:sp>
      <p:sp>
        <p:nvSpPr>
          <p:cNvPr id="5" name="s13-hope-label">
            <a:extLst xmlns:a="http://schemas.openxmlformats.org/drawingml/2006/main">
              <a:ext uri="{FF2B5EF4-FFF2-40B4-BE49-F238E27FC236}">
                <a16:creationId xmlns:a16="http://schemas.microsoft.com/office/drawing/2014/main" id="{B1785252-9F26-459B-8A31-EF23DA38599A}"/>
              </a:ext>
            </a:extLst>
          </p:cNvPr>
          <p:cNvSpPr>
            <a:spLocks xmlns:a="http://schemas.openxmlformats.org/drawingml/2006/main" noGrp="1"/>
          </p:cNvSpPr>
          <p:nvPr/>
        </p:nvSpPr>
        <p:spPr>
          <a:xfrm xmlns:a="http://schemas.openxmlformats.org/drawingml/2006/main">
            <a:off x="685800" y="435292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1">
                <a:solidFill>
                  <a:srgbClr val="2F80ED"/>
                </a:solidFill>
                <a:latin typeface="Noto Sans"/>
                <a:ea typeface="Noto Sans"/>
                <a:cs typeface="Noto Sans"/>
              </a:defRPr>
            </a:defPPr>
          </a:lstStyle>
          <a:p xmlns:a="http://schemas.openxmlformats.org/drawingml/2006/main">
            <a:pPr algn="l">
              <a:lnSpc>
                <a:spcPct val="112000"/>
              </a:lnSpc>
              <a:buNone/>
              <a:defRPr sz="1425" b="1">
                <a:solidFill>
                  <a:srgbClr val="2F80ED"/>
                </a:solidFill>
                <a:latin typeface="Noto Sans"/>
                <a:ea typeface="Noto Sans"/>
                <a:cs typeface="Noto Sans"/>
              </a:defRPr>
            </a:pPr>
            <a:r>
              <a:rPr sz="1425" b="1">
                <a:solidFill>
                  <a:srgbClr val="2F80ED"/>
                </a:solidFill>
                <a:latin typeface="Noto Sans"/>
                <a:ea typeface="Noto Sans"/>
                <a:cs typeface="Noto Sans"/>
              </a:rPr>
              <a:t>ĐIỀU EM MONG CHỜ</a:t>
            </a:r>
          </a:p>
        </p:txBody>
      </p:sp>
      <p:sp>
        <p:nvSpPr>
          <p:cNvPr id="6" name="s13-hope">
            <a:extLst xmlns:a="http://schemas.openxmlformats.org/drawingml/2006/main">
              <a:ext uri="{FF2B5EF4-FFF2-40B4-BE49-F238E27FC236}">
                <a16:creationId xmlns:a16="http://schemas.microsoft.com/office/drawing/2014/main" id="{04D09F15-0C00-4EA7-85D9-6DF203C2B029}"/>
              </a:ext>
            </a:extLst>
          </p:cNvPr>
          <p:cNvSpPr>
            <a:spLocks xmlns:a="http://schemas.openxmlformats.org/drawingml/2006/main" noGrp="1"/>
          </p:cNvSpPr>
          <p:nvPr/>
        </p:nvSpPr>
        <p:spPr>
          <a:xfrm xmlns:a="http://schemas.openxmlformats.org/drawingml/2006/main">
            <a:off x="685800" y="4829175"/>
            <a:ext cx="47339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Vận động cùng bạn bè,</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học cách phối hợp</a:t>
            </a:r>
          </a:p>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và giữ nhịp học tập.</a:t>
            </a:r>
          </a:p>
        </p:txBody>
      </p:sp>
      <p:pic>
        <p:nvPicPr>
          <p:cNvPr id="7" name="s13-games-photo" descr="Trò chơi nhảy bao bố trong ngày hội Xuân yêu thương, Tết nghĩa tình năm 2020">
            <a:extLst xmlns:a="http://schemas.openxmlformats.org/drawingml/2006/main">
              <a:ext uri="{FF2B5EF4-FFF2-40B4-BE49-F238E27FC236}">
                <a16:creationId xmlns:a16="http://schemas.microsoft.com/office/drawing/2014/main" id="{86038460-0E68-4BDB-BE01-C19383D26AEA}"/>
              </a:ext>
            </a:extLst>
          </p:cNvPr>
          <p:cNvPicPr>
            <a:picLocks xmlns:a="http://schemas.openxmlformats.org/drawingml/2006/main" noChangeAspect="1"/>
          </p:cNvPicPr>
          <p:nvPr/>
        </p:nvPicPr>
        <p:blipFill>
          <a:blip xmlns:r="http://schemas.openxmlformats.org/officeDocument/2006/relationships" xmlns:a="http://schemas.openxmlformats.org/drawingml/2006/main" r:embed="R80d5b1d8eed24246"/>
          <a:stretch xmlns:a="http://schemas.openxmlformats.org/drawingml/2006/main"/>
        </p:blipFill>
        <p:spPr>
          <a:xfrm xmlns:a="http://schemas.openxmlformats.org/drawingml/2006/main">
            <a:off x="5791758" y="1885950"/>
            <a:ext cx="5713884" cy="3810000"/>
          </a:xfrm>
          <a:prstGeom xmlns:a="http://schemas.openxmlformats.org/drawingml/2006/main" prst="rect">
            <a:avLst/>
          </a:prstGeom>
        </p:spPr>
      </p:pic>
      <p:sp>
        <p:nvSpPr>
          <p:cNvPr id="8" name="s13-caption">
            <a:extLst xmlns:a="http://schemas.openxmlformats.org/drawingml/2006/main">
              <a:ext uri="{FF2B5EF4-FFF2-40B4-BE49-F238E27FC236}">
                <a16:creationId xmlns:a16="http://schemas.microsoft.com/office/drawing/2014/main" id="{A96B4157-A4A7-4F3F-9A5C-6B3962370689}"/>
              </a:ext>
            </a:extLst>
          </p:cNvPr>
          <p:cNvSpPr>
            <a:spLocks xmlns:a="http://schemas.openxmlformats.org/drawingml/2006/main" noGrp="1"/>
          </p:cNvSpPr>
          <p:nvPr/>
        </p:nvSpPr>
        <p:spPr>
          <a:xfrm xmlns:a="http://schemas.openxmlformats.org/drawingml/2006/main">
            <a:off x="5791200" y="5829300"/>
            <a:ext cx="571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526B7B"/>
                </a:solidFill>
                <a:latin typeface="Noto Sans"/>
                <a:ea typeface="Noto Sans"/>
                <a:cs typeface="Noto Sans"/>
              </a:defRPr>
            </a:defPPr>
          </a:lstStyle>
          <a:p xmlns:a="http://schemas.openxmlformats.org/drawingml/2006/main">
            <a:pPr algn="l">
              <a:lnSpc>
                <a:spcPct val="112000"/>
              </a:lnSpc>
              <a:buNone/>
              <a:defRPr sz="1200" b="0">
                <a:solidFill>
                  <a:srgbClr val="526B7B"/>
                </a:solidFill>
                <a:latin typeface="Noto Sans"/>
                <a:ea typeface="Noto Sans"/>
                <a:cs typeface="Noto Sans"/>
              </a:defRPr>
            </a:pPr>
            <a:r>
              <a:rPr sz="1200" b="0">
                <a:solidFill>
                  <a:srgbClr val="526B7B"/>
                </a:solidFill>
                <a:latin typeface="Noto Sans"/>
                <a:ea typeface="Noto Sans"/>
                <a:cs typeface="Noto Sans"/>
              </a:rPr>
              <a:t>Ảnh hoạt động năm 2020, không phải lịch hiện nay</a:t>
            </a:r>
          </a:p>
        </p:txBody>
      </p:sp>
      <p:sp>
        <p:nvSpPr>
          <p:cNvPr id="9" name="s13-journey-0">
            <a:extLst xmlns:a="http://schemas.openxmlformats.org/drawingml/2006/main">
              <a:ext uri="{FF2B5EF4-FFF2-40B4-BE49-F238E27FC236}">
                <a16:creationId xmlns:a16="http://schemas.microsoft.com/office/drawing/2014/main" id="{93B74DB3-D183-479D-A253-865EBB121035}"/>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0" name="s13-journey-text-0">
            <a:extLst xmlns:a="http://schemas.openxmlformats.org/drawingml/2006/main">
              <a:ext uri="{FF2B5EF4-FFF2-40B4-BE49-F238E27FC236}">
                <a16:creationId xmlns:a16="http://schemas.microsoft.com/office/drawing/2014/main" id="{2CF65C8F-473A-4160-A3AC-3631D7D68385}"/>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1" name="s13-journey-1">
            <a:extLst xmlns:a="http://schemas.openxmlformats.org/drawingml/2006/main">
              <a:ext uri="{FF2B5EF4-FFF2-40B4-BE49-F238E27FC236}">
                <a16:creationId xmlns:a16="http://schemas.microsoft.com/office/drawing/2014/main" id="{49F8455D-1BE9-4591-9827-3C6359FFBF82}"/>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2" name="s13-journey-text-1">
            <a:extLst xmlns:a="http://schemas.openxmlformats.org/drawingml/2006/main">
              <a:ext uri="{FF2B5EF4-FFF2-40B4-BE49-F238E27FC236}">
                <a16:creationId xmlns:a16="http://schemas.microsoft.com/office/drawing/2014/main" id="{986DDFF6-D556-4EEC-AAA4-EF3AA63B06C2}"/>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3" name="s13-journey-2">
            <a:extLst xmlns:a="http://schemas.openxmlformats.org/drawingml/2006/main">
              <a:ext uri="{FF2B5EF4-FFF2-40B4-BE49-F238E27FC236}">
                <a16:creationId xmlns:a16="http://schemas.microsoft.com/office/drawing/2014/main" id="{E93A6FD8-CE9D-4F8B-9D22-599EA6D6B380}"/>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4" name="s13-journey-text-2">
            <a:extLst xmlns:a="http://schemas.openxmlformats.org/drawingml/2006/main">
              <a:ext uri="{FF2B5EF4-FFF2-40B4-BE49-F238E27FC236}">
                <a16:creationId xmlns:a16="http://schemas.microsoft.com/office/drawing/2014/main" id="{6FB170AC-B772-4905-A00D-CA60D4CDDF11}"/>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5" name="s13-journey-3">
            <a:extLst xmlns:a="http://schemas.openxmlformats.org/drawingml/2006/main">
              <a:ext uri="{FF2B5EF4-FFF2-40B4-BE49-F238E27FC236}">
                <a16:creationId xmlns:a16="http://schemas.microsoft.com/office/drawing/2014/main" id="{FE9281B3-C255-4A9D-A818-0967B688A6A7}"/>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6" name="s13-journey-text-3">
            <a:extLst xmlns:a="http://schemas.openxmlformats.org/drawingml/2006/main">
              <a:ext uri="{FF2B5EF4-FFF2-40B4-BE49-F238E27FC236}">
                <a16:creationId xmlns:a16="http://schemas.microsoft.com/office/drawing/2014/main" id="{F67F7324-7335-4DA9-8B92-C664E623A444}"/>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17" name="s13-source">
            <a:extLst xmlns:a="http://schemas.openxmlformats.org/drawingml/2006/main">
              <a:ext uri="{FF2B5EF4-FFF2-40B4-BE49-F238E27FC236}">
                <a16:creationId xmlns:a16="http://schemas.microsoft.com/office/drawing/2014/main" id="{02A8F2AD-4F4A-451B-8551-A743DD12D16E}"/>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Ngày hội Xuân yêu thương, 12/01/2020</a:t>
            </a:r>
          </a:p>
        </p:txBody>
      </p:sp>
      <p:sp>
        <p:nvSpPr>
          <p:cNvPr id="18" name="s13-page">
            <a:extLst xmlns:a="http://schemas.openxmlformats.org/drawingml/2006/main">
              <a:ext uri="{FF2B5EF4-FFF2-40B4-BE49-F238E27FC236}">
                <a16:creationId xmlns:a16="http://schemas.microsoft.com/office/drawing/2014/main" id="{6C4126A0-318B-4CA2-A24B-702F599B8B1D}"/>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13</a:t>
            </a:r>
          </a:p>
        </p:txBody>
      </p:sp>
    </p:spTree>
    <p:extLst>
      <p:ext uri="{BB962C8B-B14F-4D97-AF65-F5344CB8AC3E}">
        <p14:creationId val="1792169808"/>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100" fill="hold">
                      <p:stCondLst>
                        <p:cond delay="0"/>
                      </p:stCondLst>
                      <p:childTnLst>
                        <p:par>
                          <p:cTn id="4" dur="210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fill="hold"/>
                                        <p:tgtEl>
                                          <p:spTgt spid="3"/>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fill="hold"/>
                                        <p:tgtEl>
                                          <p:spTgt spid="4"/>
                                        </p:tgtEl>
                                      </p:cBhvr>
                                    </p:animEffect>
                                  </p:childTnLst>
                                </p:cTn>
                              </p:par>
                              <p:par>
                                <p:cTn id="11" presetID="10" presetClass="entr" dur="600" fill="hold" grpId="0" nodeType="withEffect" presetSubtype="0">
                                  <p:stCondLst>
                                    <p:cond delay="8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fill="hold"/>
                                        <p:tgtEl>
                                          <p:spTgt spid="5"/>
                                        </p:tgtEl>
                                      </p:cBhvr>
                                    </p:animEffect>
                                  </p:childTnLst>
                                </p:cTn>
                              </p:par>
                              <p:par>
                                <p:cTn id="14" presetID="10" presetClass="entr" dur="600" fill="hold" grpId="0" nodeType="withEffect" presetSubtype="0">
                                  <p:stCondLst>
                                    <p:cond delay="8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fill="hold"/>
                                        <p:tgtEl>
                                          <p:spTgt spid="6"/>
                                        </p:tgtEl>
                                      </p:cBhvr>
                                    </p:animEffect>
                                  </p:childTnLst>
                                </p:cTn>
                              </p:par>
                              <p:par>
                                <p:cTn id="17" presetID="10" presetClass="entr" dur="600" fill="hold" grpId="0" nodeType="withEffect" presetSubtype="0">
                                  <p:stCondLst>
                                    <p:cond delay="15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fill="hold"/>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5" grpId="0" build="allAtOnce" animBg="1"/>
      <p:bldP spid="6" grpId="0" build="allAtOnce" animBg="1"/>
      <p:bldP spid="8" grpId="0" build="allAtOnce" animBg="1"/>
    </p:bldLst>
  </p:timing>
</p:sld>
</file>

<file path=ppt/slides/slide14.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s14-header-rule">
            <a:extLst xmlns:a="http://schemas.openxmlformats.org/drawingml/2006/main">
              <a:ext uri="{FF2B5EF4-FFF2-40B4-BE49-F238E27FC236}">
                <a16:creationId xmlns:a16="http://schemas.microsoft.com/office/drawing/2014/main" id="{A16ED456-BE35-401E-925C-A06D9702413C}"/>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4-title">
            <a:extLst xmlns:a="http://schemas.openxmlformats.org/drawingml/2006/main">
              <a:ext uri="{FF2B5EF4-FFF2-40B4-BE49-F238E27FC236}">
                <a16:creationId xmlns:a16="http://schemas.microsoft.com/office/drawing/2014/main" id="{CC0A8375-1474-4377-8B55-0182153BF2F7}"/>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Tinh thần tập thể và sự sẻ chia</a:t>
            </a:r>
          </a:p>
        </p:txBody>
      </p:sp>
      <p:sp>
        <p:nvSpPr>
          <p:cNvPr id="3" name="s14-festival">
            <a:extLst xmlns:a="http://schemas.openxmlformats.org/drawingml/2006/main">
              <a:ext uri="{FF2B5EF4-FFF2-40B4-BE49-F238E27FC236}">
                <a16:creationId xmlns:a16="http://schemas.microsoft.com/office/drawing/2014/main" id="{A32A29F5-05E8-41AC-9803-1BDA0C86C4E0}"/>
              </a:ext>
            </a:extLst>
          </p:cNvPr>
          <p:cNvSpPr>
            <a:spLocks xmlns:a="http://schemas.openxmlformats.org/drawingml/2006/main" noGrp="1"/>
          </p:cNvSpPr>
          <p:nvPr/>
        </p:nvSpPr>
        <p:spPr>
          <a:xfrm xmlns:a="http://schemas.openxmlformats.org/drawingml/2006/main">
            <a:off x="685800" y="1847850"/>
            <a:ext cx="4333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2F80ED"/>
                </a:solidFill>
                <a:latin typeface="Noto Sans"/>
                <a:ea typeface="Noto Sans"/>
                <a:cs typeface="Noto Sans"/>
              </a:defRPr>
            </a:defPPr>
          </a:lstStyle>
          <a:p xmlns:a="http://schemas.openxmlformats.org/drawingml/2006/main">
            <a:pPr algn="l">
              <a:lnSpc>
                <a:spcPct val="112000"/>
              </a:lnSpc>
              <a:buNone/>
              <a:defRPr sz="2400" b="1">
                <a:solidFill>
                  <a:srgbClr val="2F80ED"/>
                </a:solidFill>
                <a:latin typeface="Noto Sans"/>
                <a:ea typeface="Noto Sans"/>
                <a:cs typeface="Noto Sans"/>
              </a:defRPr>
            </a:pPr>
            <a:r>
              <a:rPr sz="2400" b="1">
                <a:solidFill>
                  <a:srgbClr val="2F80ED"/>
                </a:solidFill>
                <a:latin typeface="Noto Sans"/>
                <a:ea typeface="Noto Sans"/>
                <a:cs typeface="Noto Sans"/>
              </a:rPr>
              <a:t>Xuân yêu thương</a:t>
            </a:r>
          </a:p>
          <a:p xmlns:a="http://schemas.openxmlformats.org/drawingml/2006/main">
            <a:pPr algn="l">
              <a:lnSpc>
                <a:spcPct val="112000"/>
              </a:lnSpc>
              <a:buNone/>
              <a:defRPr sz="2400" b="1">
                <a:solidFill>
                  <a:srgbClr val="2F80ED"/>
                </a:solidFill>
                <a:latin typeface="Noto Sans"/>
                <a:ea typeface="Noto Sans"/>
                <a:cs typeface="Noto Sans"/>
              </a:defRPr>
            </a:pPr>
            <a:r>
              <a:rPr sz="2400" b="1">
                <a:solidFill>
                  <a:srgbClr val="2F80ED"/>
                </a:solidFill>
                <a:latin typeface="Noto Sans"/>
                <a:ea typeface="Noto Sans"/>
                <a:cs typeface="Noto Sans"/>
              </a:rPr>
              <a:t>Tết nghĩa tình</a:t>
            </a:r>
          </a:p>
        </p:txBody>
      </p:sp>
      <p:sp>
        <p:nvSpPr>
          <p:cNvPr id="4" name="s14-date">
            <a:extLst xmlns:a="http://schemas.openxmlformats.org/drawingml/2006/main">
              <a:ext uri="{FF2B5EF4-FFF2-40B4-BE49-F238E27FC236}">
                <a16:creationId xmlns:a16="http://schemas.microsoft.com/office/drawing/2014/main" id="{99605A8D-A61B-4972-85E2-095594B6A60B}"/>
              </a:ext>
            </a:extLst>
          </p:cNvPr>
          <p:cNvSpPr>
            <a:spLocks xmlns:a="http://schemas.openxmlformats.org/drawingml/2006/main" noGrp="1"/>
          </p:cNvSpPr>
          <p:nvPr/>
        </p:nvSpPr>
        <p:spPr>
          <a:xfrm xmlns:a="http://schemas.openxmlformats.org/drawingml/2006/main">
            <a:off x="685800" y="3095625"/>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B7B"/>
                </a:solidFill>
                <a:latin typeface="Noto Sans"/>
                <a:ea typeface="Noto Sans"/>
                <a:cs typeface="Noto Sans"/>
              </a:defRPr>
            </a:defPPr>
          </a:lstStyle>
          <a:p xmlns:a="http://schemas.openxmlformats.org/drawingml/2006/main">
            <a:pPr algn="l">
              <a:lnSpc>
                <a:spcPct val="112000"/>
              </a:lnSpc>
              <a:buNone/>
              <a:defRPr sz="2025" b="0">
                <a:solidFill>
                  <a:srgbClr val="526B7B"/>
                </a:solidFill>
                <a:latin typeface="Noto Sans"/>
                <a:ea typeface="Noto Sans"/>
                <a:cs typeface="Noto Sans"/>
              </a:defRPr>
            </a:pPr>
            <a:r>
              <a:rPr sz="2025" b="0">
                <a:solidFill>
                  <a:srgbClr val="526B7B"/>
                </a:solidFill>
                <a:latin typeface="Noto Sans"/>
                <a:ea typeface="Noto Sans"/>
                <a:cs typeface="Noto Sans"/>
              </a:rPr>
              <a:t>12/01/2020</a:t>
            </a:r>
          </a:p>
        </p:txBody>
      </p:sp>
      <p:sp>
        <p:nvSpPr>
          <p:cNvPr id="5" name="s14-evidence">
            <a:extLst xmlns:a="http://schemas.openxmlformats.org/drawingml/2006/main">
              <a:ext uri="{FF2B5EF4-FFF2-40B4-BE49-F238E27FC236}">
                <a16:creationId xmlns:a16="http://schemas.microsoft.com/office/drawing/2014/main" id="{5B8552D0-DA4D-4DCF-958D-128AA72C0AD0}"/>
              </a:ext>
            </a:extLst>
          </p:cNvPr>
          <p:cNvSpPr>
            <a:spLocks xmlns:a="http://schemas.openxmlformats.org/drawingml/2006/main" noGrp="1"/>
          </p:cNvSpPr>
          <p:nvPr/>
        </p:nvSpPr>
        <p:spPr>
          <a:xfrm xmlns:a="http://schemas.openxmlformats.org/drawingml/2006/main">
            <a:off x="685800" y="3905250"/>
            <a:ext cx="41719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102A43"/>
                </a:solidFill>
                <a:latin typeface="Noto Sans"/>
                <a:ea typeface="Noto Sans"/>
                <a:cs typeface="Noto Sans"/>
              </a:defRPr>
            </a:defPPr>
          </a:lstStyle>
          <a:p xmlns:a="http://schemas.openxmlformats.org/drawingml/2006/main">
            <a:pPr algn="l">
              <a:lnSpc>
                <a:spcPct val="112000"/>
              </a:lnSpc>
              <a:buNone/>
              <a:defRPr sz="2025" b="0">
                <a:solidFill>
                  <a:srgbClr val="102A43"/>
                </a:solidFill>
                <a:latin typeface="Noto Sans"/>
                <a:ea typeface="Noto Sans"/>
                <a:cs typeface="Noto Sans"/>
              </a:defRPr>
            </a:pPr>
            <a:r>
              <a:rPr sz="2025" b="0">
                <a:solidFill>
                  <a:srgbClr val="102A43"/>
                </a:solidFill>
                <a:latin typeface="Noto Sans"/>
                <a:ea typeface="Noto Sans"/>
                <a:cs typeface="Noto Sans"/>
              </a:rPr>
              <a:t>Cùng làm bánh chưng</a:t>
            </a:r>
          </a:p>
          <a:p xmlns:a="http://schemas.openxmlformats.org/drawingml/2006/main">
            <a:pPr algn="l">
              <a:lnSpc>
                <a:spcPct val="112000"/>
              </a:lnSpc>
              <a:buNone/>
              <a:defRPr sz="2025" b="0">
                <a:solidFill>
                  <a:srgbClr val="102A43"/>
                </a:solidFill>
                <a:latin typeface="Noto Sans"/>
                <a:ea typeface="Noto Sans"/>
                <a:cs typeface="Noto Sans"/>
              </a:defRPr>
            </a:pPr>
            <a:r>
              <a:rPr sz="2025" b="0">
                <a:solidFill>
                  <a:srgbClr val="102A43"/>
                </a:solidFill>
                <a:latin typeface="Noto Sans"/>
                <a:ea typeface="Noto Sans"/>
                <a:cs typeface="Noto Sans"/>
              </a:rPr>
              <a:t>Tặng một phần bánh</a:t>
            </a:r>
          </a:p>
          <a:p xmlns:a="http://schemas.openxmlformats.org/drawingml/2006/main">
            <a:pPr algn="l">
              <a:lnSpc>
                <a:spcPct val="112000"/>
              </a:lnSpc>
              <a:buNone/>
              <a:defRPr sz="2025" b="0">
                <a:solidFill>
                  <a:srgbClr val="102A43"/>
                </a:solidFill>
                <a:latin typeface="Noto Sans"/>
                <a:ea typeface="Noto Sans"/>
                <a:cs typeface="Noto Sans"/>
              </a:defRPr>
            </a:pPr>
            <a:r>
              <a:rPr sz="2025" b="0">
                <a:solidFill>
                  <a:srgbClr val="102A43"/>
                </a:solidFill>
                <a:latin typeface="Noto Sans"/>
                <a:ea typeface="Noto Sans"/>
                <a:cs typeface="Noto Sans"/>
              </a:rPr>
              <a:t>cho học sinh khó khăn</a:t>
            </a:r>
          </a:p>
        </p:txBody>
      </p:sp>
      <p:sp>
        <p:nvSpPr>
          <p:cNvPr id="6" name="s14-reflection">
            <a:extLst xmlns:a="http://schemas.openxmlformats.org/drawingml/2006/main">
              <a:ext uri="{FF2B5EF4-FFF2-40B4-BE49-F238E27FC236}">
                <a16:creationId xmlns:a16="http://schemas.microsoft.com/office/drawing/2014/main" id="{CDE6D668-1B5B-453A-A6D9-70D56929B6A9}"/>
              </a:ext>
            </a:extLst>
          </p:cNvPr>
          <p:cNvSpPr>
            <a:spLocks xmlns:a="http://schemas.openxmlformats.org/drawingml/2006/main" noGrp="1"/>
          </p:cNvSpPr>
          <p:nvPr/>
        </p:nvSpPr>
        <p:spPr>
          <a:xfrm xmlns:a="http://schemas.openxmlformats.org/drawingml/2006/main">
            <a:off x="685800" y="5486400"/>
            <a:ext cx="4171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Em trân trọng việc</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biết nghĩ đến người khác.</a:t>
            </a:r>
          </a:p>
        </p:txBody>
      </p:sp>
      <p:pic>
        <p:nvPicPr>
          <p:cNvPr id="7" name="s14-banh" descr="Học sinh bên nồi bánh chưng trong ngày hội Xuân yêu thương, Tết nghĩa tình 12/01/2020">
            <a:extLst xmlns:a="http://schemas.openxmlformats.org/drawingml/2006/main">
              <a:ext uri="{FF2B5EF4-FFF2-40B4-BE49-F238E27FC236}">
                <a16:creationId xmlns:a16="http://schemas.microsoft.com/office/drawing/2014/main" id="{5C48BBB4-ED3B-4F44-8F9E-EDE3E2FD334D}"/>
              </a:ext>
            </a:extLst>
          </p:cNvPr>
          <p:cNvPicPr>
            <a:picLocks xmlns:a="http://schemas.openxmlformats.org/drawingml/2006/main" noChangeAspect="1"/>
          </p:cNvPicPr>
          <p:nvPr/>
        </p:nvPicPr>
        <p:blipFill>
          <a:blip xmlns:r="http://schemas.openxmlformats.org/officeDocument/2006/relationships" xmlns:a="http://schemas.openxmlformats.org/drawingml/2006/main" r:embed="R089c1e2182624599"/>
          <a:stretch xmlns:a="http://schemas.openxmlformats.org/drawingml/2006/main"/>
        </p:blipFill>
        <p:spPr>
          <a:xfrm xmlns:a="http://schemas.openxmlformats.org/drawingml/2006/main">
            <a:off x="5181600" y="1887126"/>
            <a:ext cx="6324600" cy="4217224"/>
          </a:xfrm>
          <a:prstGeom xmlns:a="http://schemas.openxmlformats.org/drawingml/2006/main" prst="rect">
            <a:avLst/>
          </a:prstGeom>
        </p:spPr>
      </p:pic>
      <p:sp>
        <p:nvSpPr>
          <p:cNvPr id="8" name="s14-journey-0">
            <a:extLst xmlns:a="http://schemas.openxmlformats.org/drawingml/2006/main">
              <a:ext uri="{FF2B5EF4-FFF2-40B4-BE49-F238E27FC236}">
                <a16:creationId xmlns:a16="http://schemas.microsoft.com/office/drawing/2014/main" id="{B7787761-7B9B-40DE-82DB-A2994109B260}"/>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9" name="s14-journey-text-0">
            <a:extLst xmlns:a="http://schemas.openxmlformats.org/drawingml/2006/main">
              <a:ext uri="{FF2B5EF4-FFF2-40B4-BE49-F238E27FC236}">
                <a16:creationId xmlns:a16="http://schemas.microsoft.com/office/drawing/2014/main" id="{2F8DAD31-9FAF-405A-8959-0B1DDB6AB51E}"/>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0" name="s14-journey-1">
            <a:extLst xmlns:a="http://schemas.openxmlformats.org/drawingml/2006/main">
              <a:ext uri="{FF2B5EF4-FFF2-40B4-BE49-F238E27FC236}">
                <a16:creationId xmlns:a16="http://schemas.microsoft.com/office/drawing/2014/main" id="{BF6593A9-9E47-45DC-80F4-18BC03AFEFBA}"/>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1" name="s14-journey-text-1">
            <a:extLst xmlns:a="http://schemas.openxmlformats.org/drawingml/2006/main">
              <a:ext uri="{FF2B5EF4-FFF2-40B4-BE49-F238E27FC236}">
                <a16:creationId xmlns:a16="http://schemas.microsoft.com/office/drawing/2014/main" id="{79C22231-E19E-480E-A2C4-CCCEB3233E37}"/>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Tìm hiểu</a:t>
            </a:r>
          </a:p>
        </p:txBody>
      </p:sp>
      <p:sp>
        <p:nvSpPr>
          <p:cNvPr id="12" name="s14-journey-2">
            <a:extLst xmlns:a="http://schemas.openxmlformats.org/drawingml/2006/main">
              <a:ext uri="{FF2B5EF4-FFF2-40B4-BE49-F238E27FC236}">
                <a16:creationId xmlns:a16="http://schemas.microsoft.com/office/drawing/2014/main" id="{4FD27B0E-CB7D-432D-A0E4-BCEE9A0EE7DA}"/>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3" name="s14-journey-text-2">
            <a:extLst xmlns:a="http://schemas.openxmlformats.org/drawingml/2006/main">
              <a:ext uri="{FF2B5EF4-FFF2-40B4-BE49-F238E27FC236}">
                <a16:creationId xmlns:a16="http://schemas.microsoft.com/office/drawing/2014/main" id="{82AFE47C-AC39-436E-96E1-8943984FDA91}"/>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14" name="s14-journey-3">
            <a:extLst xmlns:a="http://schemas.openxmlformats.org/drawingml/2006/main">
              <a:ext uri="{FF2B5EF4-FFF2-40B4-BE49-F238E27FC236}">
                <a16:creationId xmlns:a16="http://schemas.microsoft.com/office/drawing/2014/main" id="{0F32E528-FBC2-477D-87A3-462BD1CF666C}"/>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5" name="s14-journey-text-3">
            <a:extLst xmlns:a="http://schemas.openxmlformats.org/drawingml/2006/main">
              <a:ext uri="{FF2B5EF4-FFF2-40B4-BE49-F238E27FC236}">
                <a16:creationId xmlns:a16="http://schemas.microsoft.com/office/drawing/2014/main" id="{8148BAD9-F7AB-4E6F-BE39-7E2BD68A44B0}"/>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16" name="s14-source">
            <a:extLst xmlns:a="http://schemas.openxmlformats.org/drawingml/2006/main">
              <a:ext uri="{FF2B5EF4-FFF2-40B4-BE49-F238E27FC236}">
                <a16:creationId xmlns:a16="http://schemas.microsoft.com/office/drawing/2014/main" id="{CC65AE6A-5B00-4F72-930A-E9D56749F5B4}"/>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Nguồn: Ngày hội Xuân yêu thương, 12/01/2020</a:t>
            </a:r>
          </a:p>
        </p:txBody>
      </p:sp>
      <p:sp>
        <p:nvSpPr>
          <p:cNvPr id="17" name="s14-page">
            <a:extLst xmlns:a="http://schemas.openxmlformats.org/drawingml/2006/main">
              <a:ext uri="{FF2B5EF4-FFF2-40B4-BE49-F238E27FC236}">
                <a16:creationId xmlns:a16="http://schemas.microsoft.com/office/drawing/2014/main" id="{6BEF5F98-B898-4D26-8368-CADB36179B40}"/>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14</a:t>
            </a:r>
          </a:p>
        </p:txBody>
      </p:sp>
    </p:spTree>
    <p:extLst>
      <p:ext uri="{BB962C8B-B14F-4D97-AF65-F5344CB8AC3E}">
        <p14:creationId val="629918908"/>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100" fill="hold">
                      <p:stCondLst>
                        <p:cond delay="0"/>
                      </p:stCondLst>
                      <p:childTnLst>
                        <p:par>
                          <p:cTn id="4" dur="210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fill="hold"/>
                                        <p:tgtEl>
                                          <p:spTgt spid="3"/>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fill="hold"/>
                                        <p:tgtEl>
                                          <p:spTgt spid="4"/>
                                        </p:tgtEl>
                                      </p:cBhvr>
                                    </p:animEffect>
                                  </p:childTnLst>
                                </p:cTn>
                              </p:par>
                              <p:par>
                                <p:cTn id="11" presetID="10" presetClass="entr" dur="600" fill="hold" grpId="0" nodeType="withEffect" presetSubtype="0">
                                  <p:stCondLst>
                                    <p:cond delay="8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fill="hold"/>
                                        <p:tgtEl>
                                          <p:spTgt spid="5"/>
                                        </p:tgtEl>
                                      </p:cBhvr>
                                    </p:animEffect>
                                  </p:childTnLst>
                                </p:cTn>
                              </p:par>
                              <p:par>
                                <p:cTn id="14" presetID="10" presetClass="entr" dur="600" fill="hold" grpId="0" nodeType="withEffect" presetSubtype="0">
                                  <p:stCondLst>
                                    <p:cond delay="1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fill="hold"/>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5" grpId="0" build="allAtOnce" animBg="1"/>
      <p:bldP spid="6" grpId="0" build="allAtOnce" animBg="1"/>
    </p:bldLst>
  </p:timing>
</p:sld>
</file>

<file path=ppt/slides/slide15.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2" name="s15-header-rule">
            <a:extLst xmlns:a="http://schemas.openxmlformats.org/drawingml/2006/main">
              <a:ext uri="{FF2B5EF4-FFF2-40B4-BE49-F238E27FC236}">
                <a16:creationId xmlns:a16="http://schemas.microsoft.com/office/drawing/2014/main" id="{8F28C08D-4222-4573-91AB-7328714C4AA9}"/>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5-title">
            <a:extLst xmlns:a="http://schemas.openxmlformats.org/drawingml/2006/main">
              <a:ext uri="{FF2B5EF4-FFF2-40B4-BE49-F238E27FC236}">
                <a16:creationId xmlns:a16="http://schemas.microsoft.com/office/drawing/2014/main" id="{F0DD339C-0607-4636-8DC8-30496E6877AD}"/>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Một ngày lớp 10 em hình dung</a:t>
            </a:r>
          </a:p>
        </p:txBody>
      </p:sp>
      <p:sp>
        <p:nvSpPr>
          <p:cNvPr id="3" name="s15-expectation">
            <a:extLst xmlns:a="http://schemas.openxmlformats.org/drawingml/2006/main">
              <a:ext uri="{FF2B5EF4-FFF2-40B4-BE49-F238E27FC236}">
                <a16:creationId xmlns:a16="http://schemas.microsoft.com/office/drawing/2014/main" id="{8B35574E-FC27-4543-B94C-2B87D7244CA3}"/>
              </a:ext>
            </a:extLst>
          </p:cNvPr>
          <p:cNvSpPr>
            <a:spLocks xmlns:a="http://schemas.openxmlformats.org/drawingml/2006/main" noGrp="1"/>
          </p:cNvSpPr>
          <p:nvPr/>
        </p:nvSpPr>
        <p:spPr>
          <a:xfrm xmlns:a="http://schemas.openxmlformats.org/drawingml/2006/main">
            <a:off x="685800" y="16954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1">
                <a:solidFill>
                  <a:srgbClr val="2F80ED"/>
                </a:solidFill>
                <a:latin typeface="Noto Sans"/>
                <a:ea typeface="Noto Sans"/>
                <a:cs typeface="Noto Sans"/>
              </a:defRPr>
            </a:defPPr>
          </a:lstStyle>
          <a:p xmlns:a="http://schemas.openxmlformats.org/drawingml/2006/main">
            <a:pPr algn="l">
              <a:lnSpc>
                <a:spcPct val="112000"/>
              </a:lnSpc>
              <a:buNone/>
              <a:defRPr sz="1425" b="1">
                <a:solidFill>
                  <a:srgbClr val="2F80ED"/>
                </a:solidFill>
                <a:latin typeface="Noto Sans"/>
                <a:ea typeface="Noto Sans"/>
                <a:cs typeface="Noto Sans"/>
              </a:defRPr>
            </a:pPr>
            <a:r>
              <a:rPr sz="1425" b="1">
                <a:solidFill>
                  <a:srgbClr val="2F80ED"/>
                </a:solidFill>
                <a:latin typeface="Noto Sans"/>
                <a:ea typeface="Noto Sans"/>
                <a:cs typeface="Noto Sans"/>
              </a:rPr>
              <a:t>HÌNH DUNG CỦA EM</a:t>
            </a:r>
          </a:p>
        </p:txBody>
      </p:sp>
      <p:sp>
        <p:nvSpPr>
          <p:cNvPr id="4" name="s15-day-line">
            <a:extLst xmlns:a="http://schemas.openxmlformats.org/drawingml/2006/main">
              <a:ext uri="{FF2B5EF4-FFF2-40B4-BE49-F238E27FC236}">
                <a16:creationId xmlns:a16="http://schemas.microsoft.com/office/drawing/2014/main" id="{A283DE5F-4E43-4E53-890D-0160C5E74A2B}"/>
              </a:ext>
            </a:extLst>
          </p:cNvPr>
          <p:cNvSpPr>
            <a:spLocks xmlns:a="http://schemas.openxmlformats.org/drawingml/2006/main" noGrp="1"/>
          </p:cNvSpPr>
          <p:nvPr/>
        </p:nvSpPr>
        <p:spPr>
          <a:xfrm xmlns:a="http://schemas.openxmlformats.org/drawingml/2006/main">
            <a:off x="1095375" y="2933700"/>
            <a:ext cx="9820275" cy="47625"/>
          </a:xfrm>
          <a:prstGeom xmlns:a="http://schemas.openxmlformats.org/drawingml/2006/main" prst="rect">
            <a:avLst/>
          </a:prstGeom>
          <a:solidFill xmlns:a="http://schemas.openxmlformats.org/drawingml/2006/main">
            <a:srgbClr val="D4E0EA"/>
          </a:solidFill>
          <a:ln xmlns:a="http://schemas.openxmlformats.org/drawingml/2006/main" w="0">
            <a:noFill/>
            <a:prstDash val="solid"/>
          </a:ln>
        </p:spPr>
      </p:sp>
      <p:sp>
        <p:nvSpPr>
          <p:cNvPr id="5" name="s15-dot-0">
            <a:extLst xmlns:a="http://schemas.openxmlformats.org/drawingml/2006/main">
              <a:ext uri="{FF2B5EF4-FFF2-40B4-BE49-F238E27FC236}">
                <a16:creationId xmlns:a16="http://schemas.microsoft.com/office/drawing/2014/main" id="{874A6371-E20C-4BD7-9BC9-1C67A14450C1}"/>
              </a:ext>
            </a:extLst>
          </p:cNvPr>
          <p:cNvSpPr>
            <a:spLocks xmlns:a="http://schemas.openxmlformats.org/drawingml/2006/main" noGrp="1"/>
          </p:cNvSpPr>
          <p:nvPr/>
        </p:nvSpPr>
        <p:spPr>
          <a:xfrm xmlns:a="http://schemas.openxmlformats.org/drawingml/2006/main">
            <a:off x="800100" y="2686050"/>
            <a:ext cx="514350" cy="5143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6" name="s15-num-0">
            <a:extLst xmlns:a="http://schemas.openxmlformats.org/drawingml/2006/main">
              <a:ext uri="{FF2B5EF4-FFF2-40B4-BE49-F238E27FC236}">
                <a16:creationId xmlns:a16="http://schemas.microsoft.com/office/drawing/2014/main" id="{31BBB249-59EF-4928-9646-648FAA2A1708}"/>
              </a:ext>
            </a:extLst>
          </p:cNvPr>
          <p:cNvSpPr>
            <a:spLocks xmlns:a="http://schemas.openxmlformats.org/drawingml/2006/main" noGrp="1"/>
          </p:cNvSpPr>
          <p:nvPr/>
        </p:nvSpPr>
        <p:spPr>
          <a:xfrm xmlns:a="http://schemas.openxmlformats.org/drawingml/2006/main">
            <a:off x="800100" y="274320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F7FAFC"/>
                </a:solidFill>
                <a:latin typeface="Noto Sans"/>
                <a:ea typeface="Noto Sans"/>
                <a:cs typeface="Noto Sans"/>
              </a:defRPr>
            </a:defPPr>
          </a:lstStyle>
          <a:p xmlns:a="http://schemas.openxmlformats.org/drawingml/2006/main">
            <a:pPr algn="ctr">
              <a:lnSpc>
                <a:spcPct val="112000"/>
              </a:lnSpc>
              <a:buNone/>
              <a:defRPr sz="2025" b="1">
                <a:solidFill>
                  <a:srgbClr val="F7FAFC"/>
                </a:solidFill>
                <a:latin typeface="Noto Sans"/>
                <a:ea typeface="Noto Sans"/>
                <a:cs typeface="Noto Sans"/>
              </a:defRPr>
            </a:pPr>
            <a:r>
              <a:rPr sz="2025" b="1">
                <a:solidFill>
                  <a:srgbClr val="F7FAFC"/>
                </a:solidFill>
                <a:latin typeface="Noto Sans"/>
                <a:ea typeface="Noto Sans"/>
                <a:cs typeface="Noto Sans"/>
              </a:rPr>
              <a:t>1</a:t>
            </a:r>
          </a:p>
        </p:txBody>
      </p:sp>
      <p:sp>
        <p:nvSpPr>
          <p:cNvPr id="7" name="s15-station-0">
            <a:extLst xmlns:a="http://schemas.openxmlformats.org/drawingml/2006/main">
              <a:ext uri="{FF2B5EF4-FFF2-40B4-BE49-F238E27FC236}">
                <a16:creationId xmlns:a16="http://schemas.microsoft.com/office/drawing/2014/main" id="{491970A6-7EE4-4372-870F-0B5A23E5D86F}"/>
              </a:ext>
            </a:extLst>
          </p:cNvPr>
          <p:cNvSpPr>
            <a:spLocks xmlns:a="http://schemas.openxmlformats.org/drawingml/2006/main" noGrp="1"/>
          </p:cNvSpPr>
          <p:nvPr/>
        </p:nvSpPr>
        <p:spPr>
          <a:xfrm xmlns:a="http://schemas.openxmlformats.org/drawingml/2006/main">
            <a:off x="685800" y="36480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02A43"/>
                </a:solidFill>
                <a:latin typeface="Noto Sans"/>
                <a:ea typeface="Noto Sans"/>
                <a:cs typeface="Noto Sans"/>
              </a:defRPr>
            </a:defPPr>
          </a:lstStyle>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Đến lớp</a:t>
            </a:r>
          </a:p>
        </p:txBody>
      </p:sp>
      <p:sp>
        <p:nvSpPr>
          <p:cNvPr id="8" name="s15-desc-0">
            <a:extLst xmlns:a="http://schemas.openxmlformats.org/drawingml/2006/main">
              <a:ext uri="{FF2B5EF4-FFF2-40B4-BE49-F238E27FC236}">
                <a16:creationId xmlns:a16="http://schemas.microsoft.com/office/drawing/2014/main" id="{E3B91D6D-1E0D-4247-868F-DBD1524AF315}"/>
              </a:ext>
            </a:extLst>
          </p:cNvPr>
          <p:cNvSpPr>
            <a:spLocks xmlns:a="http://schemas.openxmlformats.org/drawingml/2006/main" noGrp="1"/>
          </p:cNvSpPr>
          <p:nvPr/>
        </p:nvSpPr>
        <p:spPr>
          <a:xfrm xmlns:a="http://schemas.openxmlformats.org/drawingml/2006/main">
            <a:off x="685800" y="4381500"/>
            <a:ext cx="25146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Có chuẩn bị</a:t>
            </a:r>
          </a:p>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và đúng giờ</a:t>
            </a:r>
          </a:p>
        </p:txBody>
      </p:sp>
      <p:sp>
        <p:nvSpPr>
          <p:cNvPr id="9" name="s15-dot-1">
            <a:extLst xmlns:a="http://schemas.openxmlformats.org/drawingml/2006/main">
              <a:ext uri="{FF2B5EF4-FFF2-40B4-BE49-F238E27FC236}">
                <a16:creationId xmlns:a16="http://schemas.microsoft.com/office/drawing/2014/main" id="{368D106A-DFB9-4338-A7EF-0295A829C0E6}"/>
              </a:ext>
            </a:extLst>
          </p:cNvPr>
          <p:cNvSpPr>
            <a:spLocks xmlns:a="http://schemas.openxmlformats.org/drawingml/2006/main" noGrp="1"/>
          </p:cNvSpPr>
          <p:nvPr/>
        </p:nvSpPr>
        <p:spPr>
          <a:xfrm xmlns:a="http://schemas.openxmlformats.org/drawingml/2006/main">
            <a:off x="3552825" y="2686050"/>
            <a:ext cx="514350" cy="5143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0" name="s15-num-1">
            <a:extLst xmlns:a="http://schemas.openxmlformats.org/drawingml/2006/main">
              <a:ext uri="{FF2B5EF4-FFF2-40B4-BE49-F238E27FC236}">
                <a16:creationId xmlns:a16="http://schemas.microsoft.com/office/drawing/2014/main" id="{E8863BE0-B44F-45DA-A3F7-A5F1EC02CF10}"/>
              </a:ext>
            </a:extLst>
          </p:cNvPr>
          <p:cNvSpPr>
            <a:spLocks xmlns:a="http://schemas.openxmlformats.org/drawingml/2006/main" noGrp="1"/>
          </p:cNvSpPr>
          <p:nvPr/>
        </p:nvSpPr>
        <p:spPr>
          <a:xfrm xmlns:a="http://schemas.openxmlformats.org/drawingml/2006/main">
            <a:off x="3552825" y="274320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F7FAFC"/>
                </a:solidFill>
                <a:latin typeface="Noto Sans"/>
                <a:ea typeface="Noto Sans"/>
                <a:cs typeface="Noto Sans"/>
              </a:defRPr>
            </a:defPPr>
          </a:lstStyle>
          <a:p xmlns:a="http://schemas.openxmlformats.org/drawingml/2006/main">
            <a:pPr algn="ctr">
              <a:lnSpc>
                <a:spcPct val="112000"/>
              </a:lnSpc>
              <a:buNone/>
              <a:defRPr sz="2025" b="1">
                <a:solidFill>
                  <a:srgbClr val="F7FAFC"/>
                </a:solidFill>
                <a:latin typeface="Noto Sans"/>
                <a:ea typeface="Noto Sans"/>
                <a:cs typeface="Noto Sans"/>
              </a:defRPr>
            </a:pPr>
            <a:r>
              <a:rPr sz="2025" b="1">
                <a:solidFill>
                  <a:srgbClr val="F7FAFC"/>
                </a:solidFill>
                <a:latin typeface="Noto Sans"/>
                <a:ea typeface="Noto Sans"/>
                <a:cs typeface="Noto Sans"/>
              </a:rPr>
              <a:t>2</a:t>
            </a:r>
          </a:p>
        </p:txBody>
      </p:sp>
      <p:sp>
        <p:nvSpPr>
          <p:cNvPr id="11" name="s15-station-1">
            <a:extLst xmlns:a="http://schemas.openxmlformats.org/drawingml/2006/main">
              <a:ext uri="{FF2B5EF4-FFF2-40B4-BE49-F238E27FC236}">
                <a16:creationId xmlns:a16="http://schemas.microsoft.com/office/drawing/2014/main" id="{7725C0A2-B876-45D8-A85B-A5DE46B9D263}"/>
              </a:ext>
            </a:extLst>
          </p:cNvPr>
          <p:cNvSpPr>
            <a:spLocks xmlns:a="http://schemas.openxmlformats.org/drawingml/2006/main" noGrp="1"/>
          </p:cNvSpPr>
          <p:nvPr/>
        </p:nvSpPr>
        <p:spPr>
          <a:xfrm xmlns:a="http://schemas.openxmlformats.org/drawingml/2006/main">
            <a:off x="3438525" y="36480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02A43"/>
                </a:solidFill>
                <a:latin typeface="Noto Sans"/>
                <a:ea typeface="Noto Sans"/>
                <a:cs typeface="Noto Sans"/>
              </a:defRPr>
            </a:defPPr>
          </a:lstStyle>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Học tập</a:t>
            </a:r>
          </a:p>
        </p:txBody>
      </p:sp>
      <p:sp>
        <p:nvSpPr>
          <p:cNvPr id="12" name="s15-desc-1">
            <a:extLst xmlns:a="http://schemas.openxmlformats.org/drawingml/2006/main">
              <a:ext uri="{FF2B5EF4-FFF2-40B4-BE49-F238E27FC236}">
                <a16:creationId xmlns:a16="http://schemas.microsoft.com/office/drawing/2014/main" id="{8EE95A82-FE1F-4FED-9A82-65D99358E001}"/>
              </a:ext>
            </a:extLst>
          </p:cNvPr>
          <p:cNvSpPr>
            <a:spLocks xmlns:a="http://schemas.openxmlformats.org/drawingml/2006/main" noGrp="1"/>
          </p:cNvSpPr>
          <p:nvPr/>
        </p:nvSpPr>
        <p:spPr>
          <a:xfrm xmlns:a="http://schemas.openxmlformats.org/drawingml/2006/main">
            <a:off x="3438525" y="4381500"/>
            <a:ext cx="25146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Chủ động hỏi</a:t>
            </a:r>
          </a:p>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khi chưa hiểu</a:t>
            </a:r>
          </a:p>
        </p:txBody>
      </p:sp>
      <p:sp>
        <p:nvSpPr>
          <p:cNvPr id="13" name="s15-dot-2">
            <a:extLst xmlns:a="http://schemas.openxmlformats.org/drawingml/2006/main">
              <a:ext uri="{FF2B5EF4-FFF2-40B4-BE49-F238E27FC236}">
                <a16:creationId xmlns:a16="http://schemas.microsoft.com/office/drawing/2014/main" id="{0EB26A73-F9A8-4777-AFB0-09965B20084D}"/>
              </a:ext>
            </a:extLst>
          </p:cNvPr>
          <p:cNvSpPr>
            <a:spLocks xmlns:a="http://schemas.openxmlformats.org/drawingml/2006/main" noGrp="1"/>
          </p:cNvSpPr>
          <p:nvPr/>
        </p:nvSpPr>
        <p:spPr>
          <a:xfrm xmlns:a="http://schemas.openxmlformats.org/drawingml/2006/main">
            <a:off x="6305550" y="2686050"/>
            <a:ext cx="514350" cy="5143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4" name="s15-num-2">
            <a:extLst xmlns:a="http://schemas.openxmlformats.org/drawingml/2006/main">
              <a:ext uri="{FF2B5EF4-FFF2-40B4-BE49-F238E27FC236}">
                <a16:creationId xmlns:a16="http://schemas.microsoft.com/office/drawing/2014/main" id="{72897E7A-81CF-4144-8483-60066630E5B3}"/>
              </a:ext>
            </a:extLst>
          </p:cNvPr>
          <p:cNvSpPr>
            <a:spLocks xmlns:a="http://schemas.openxmlformats.org/drawingml/2006/main" noGrp="1"/>
          </p:cNvSpPr>
          <p:nvPr/>
        </p:nvSpPr>
        <p:spPr>
          <a:xfrm xmlns:a="http://schemas.openxmlformats.org/drawingml/2006/main">
            <a:off x="6305550" y="274320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F7FAFC"/>
                </a:solidFill>
                <a:latin typeface="Noto Sans"/>
                <a:ea typeface="Noto Sans"/>
                <a:cs typeface="Noto Sans"/>
              </a:defRPr>
            </a:defPPr>
          </a:lstStyle>
          <a:p xmlns:a="http://schemas.openxmlformats.org/drawingml/2006/main">
            <a:pPr algn="ctr">
              <a:lnSpc>
                <a:spcPct val="112000"/>
              </a:lnSpc>
              <a:buNone/>
              <a:defRPr sz="2025" b="1">
                <a:solidFill>
                  <a:srgbClr val="F7FAFC"/>
                </a:solidFill>
                <a:latin typeface="Noto Sans"/>
                <a:ea typeface="Noto Sans"/>
                <a:cs typeface="Noto Sans"/>
              </a:defRPr>
            </a:pPr>
            <a:r>
              <a:rPr sz="2025" b="1">
                <a:solidFill>
                  <a:srgbClr val="F7FAFC"/>
                </a:solidFill>
                <a:latin typeface="Noto Sans"/>
                <a:ea typeface="Noto Sans"/>
                <a:cs typeface="Noto Sans"/>
              </a:rPr>
              <a:t>3</a:t>
            </a:r>
          </a:p>
        </p:txBody>
      </p:sp>
      <p:sp>
        <p:nvSpPr>
          <p:cNvPr id="15" name="s15-station-2">
            <a:extLst xmlns:a="http://schemas.openxmlformats.org/drawingml/2006/main">
              <a:ext uri="{FF2B5EF4-FFF2-40B4-BE49-F238E27FC236}">
                <a16:creationId xmlns:a16="http://schemas.microsoft.com/office/drawing/2014/main" id="{7FAF4604-FE51-4B56-A74C-2D1E4BD18A4E}"/>
              </a:ext>
            </a:extLst>
          </p:cNvPr>
          <p:cNvSpPr>
            <a:spLocks xmlns:a="http://schemas.openxmlformats.org/drawingml/2006/main" noGrp="1"/>
          </p:cNvSpPr>
          <p:nvPr/>
        </p:nvSpPr>
        <p:spPr>
          <a:xfrm xmlns:a="http://schemas.openxmlformats.org/drawingml/2006/main">
            <a:off x="6191250" y="36480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02A43"/>
                </a:solidFill>
                <a:latin typeface="Noto Sans"/>
                <a:ea typeface="Noto Sans"/>
                <a:cs typeface="Noto Sans"/>
              </a:defRPr>
            </a:defPPr>
          </a:lstStyle>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Hoạt động</a:t>
            </a:r>
          </a:p>
        </p:txBody>
      </p:sp>
      <p:sp>
        <p:nvSpPr>
          <p:cNvPr id="16" name="s15-desc-2">
            <a:extLst xmlns:a="http://schemas.openxmlformats.org/drawingml/2006/main">
              <a:ext uri="{FF2B5EF4-FFF2-40B4-BE49-F238E27FC236}">
                <a16:creationId xmlns:a16="http://schemas.microsoft.com/office/drawing/2014/main" id="{E7DCBBA6-187E-450B-B55D-72F90360B377}"/>
              </a:ext>
            </a:extLst>
          </p:cNvPr>
          <p:cNvSpPr>
            <a:spLocks xmlns:a="http://schemas.openxmlformats.org/drawingml/2006/main" noGrp="1"/>
          </p:cNvSpPr>
          <p:nvPr/>
        </p:nvSpPr>
        <p:spPr>
          <a:xfrm xmlns:a="http://schemas.openxmlformats.org/drawingml/2006/main">
            <a:off x="6191250" y="4381500"/>
            <a:ext cx="25146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Tham gia việc chung</a:t>
            </a:r>
          </a:p>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phù hợp với mình</a:t>
            </a:r>
          </a:p>
        </p:txBody>
      </p:sp>
      <p:sp>
        <p:nvSpPr>
          <p:cNvPr id="17" name="s15-dot-3">
            <a:extLst xmlns:a="http://schemas.openxmlformats.org/drawingml/2006/main">
              <a:ext uri="{FF2B5EF4-FFF2-40B4-BE49-F238E27FC236}">
                <a16:creationId xmlns:a16="http://schemas.microsoft.com/office/drawing/2014/main" id="{E1144605-890A-4213-B41B-8AA9B1AD4694}"/>
              </a:ext>
            </a:extLst>
          </p:cNvPr>
          <p:cNvSpPr>
            <a:spLocks xmlns:a="http://schemas.openxmlformats.org/drawingml/2006/main" noGrp="1"/>
          </p:cNvSpPr>
          <p:nvPr/>
        </p:nvSpPr>
        <p:spPr>
          <a:xfrm xmlns:a="http://schemas.openxmlformats.org/drawingml/2006/main">
            <a:off x="9058275" y="2686050"/>
            <a:ext cx="514350" cy="5143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8" name="s15-num-3">
            <a:extLst xmlns:a="http://schemas.openxmlformats.org/drawingml/2006/main">
              <a:ext uri="{FF2B5EF4-FFF2-40B4-BE49-F238E27FC236}">
                <a16:creationId xmlns:a16="http://schemas.microsoft.com/office/drawing/2014/main" id="{6B75D3F4-FEED-4BEE-AC33-BF2BFAC62B7A}"/>
              </a:ext>
            </a:extLst>
          </p:cNvPr>
          <p:cNvSpPr>
            <a:spLocks xmlns:a="http://schemas.openxmlformats.org/drawingml/2006/main" noGrp="1"/>
          </p:cNvSpPr>
          <p:nvPr/>
        </p:nvSpPr>
        <p:spPr>
          <a:xfrm xmlns:a="http://schemas.openxmlformats.org/drawingml/2006/main">
            <a:off x="9058275" y="274320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102A43"/>
                </a:solidFill>
                <a:latin typeface="Noto Sans"/>
                <a:ea typeface="Noto Sans"/>
                <a:cs typeface="Noto Sans"/>
              </a:defRPr>
            </a:defPPr>
          </a:lstStyle>
          <a:p xmlns:a="http://schemas.openxmlformats.org/drawingml/2006/main">
            <a:pPr algn="ctr">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4</a:t>
            </a:r>
          </a:p>
        </p:txBody>
      </p:sp>
      <p:sp>
        <p:nvSpPr>
          <p:cNvPr id="19" name="s15-station-3">
            <a:extLst xmlns:a="http://schemas.openxmlformats.org/drawingml/2006/main">
              <a:ext uri="{FF2B5EF4-FFF2-40B4-BE49-F238E27FC236}">
                <a16:creationId xmlns:a16="http://schemas.microsoft.com/office/drawing/2014/main" id="{40CDB1A4-EE8E-403D-98E6-B02E4BBC5837}"/>
              </a:ext>
            </a:extLst>
          </p:cNvPr>
          <p:cNvSpPr>
            <a:spLocks xmlns:a="http://schemas.openxmlformats.org/drawingml/2006/main" noGrp="1"/>
          </p:cNvSpPr>
          <p:nvPr/>
        </p:nvSpPr>
        <p:spPr>
          <a:xfrm xmlns:a="http://schemas.openxmlformats.org/drawingml/2006/main">
            <a:off x="8943975" y="3648075"/>
            <a:ext cx="2514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02A43"/>
                </a:solidFill>
                <a:latin typeface="Noto Sans"/>
                <a:ea typeface="Noto Sans"/>
                <a:cs typeface="Noto Sans"/>
              </a:defRPr>
            </a:defPPr>
          </a:lstStyle>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Tự học</a:t>
            </a:r>
          </a:p>
        </p:txBody>
      </p:sp>
      <p:sp>
        <p:nvSpPr>
          <p:cNvPr id="20" name="s15-desc-3">
            <a:extLst xmlns:a="http://schemas.openxmlformats.org/drawingml/2006/main">
              <a:ext uri="{FF2B5EF4-FFF2-40B4-BE49-F238E27FC236}">
                <a16:creationId xmlns:a16="http://schemas.microsoft.com/office/drawing/2014/main" id="{4A411D61-C4C2-4F65-A0FF-976DC19F9B42}"/>
              </a:ext>
            </a:extLst>
          </p:cNvPr>
          <p:cNvSpPr>
            <a:spLocks xmlns:a="http://schemas.openxmlformats.org/drawingml/2006/main" noGrp="1"/>
          </p:cNvSpPr>
          <p:nvPr/>
        </p:nvSpPr>
        <p:spPr>
          <a:xfrm xmlns:a="http://schemas.openxmlformats.org/drawingml/2006/main">
            <a:off x="8943975" y="4381500"/>
            <a:ext cx="25146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Xử lý phần còn vướng</a:t>
            </a:r>
          </a:p>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rồi nghỉ ngơi</a:t>
            </a:r>
          </a:p>
        </p:txBody>
      </p:sp>
      <p:sp>
        <p:nvSpPr>
          <p:cNvPr id="21" name="s15-outcome">
            <a:extLst xmlns:a="http://schemas.openxmlformats.org/drawingml/2006/main">
              <a:ext uri="{FF2B5EF4-FFF2-40B4-BE49-F238E27FC236}">
                <a16:creationId xmlns:a16="http://schemas.microsoft.com/office/drawing/2014/main" id="{4CF7B1F6-A898-4AC2-8E6D-C7B6FDE4E283}"/>
              </a:ext>
            </a:extLst>
          </p:cNvPr>
          <p:cNvSpPr>
            <a:spLocks xmlns:a="http://schemas.openxmlformats.org/drawingml/2006/main" noGrp="1"/>
          </p:cNvSpPr>
          <p:nvPr/>
        </p:nvSpPr>
        <p:spPr>
          <a:xfrm xmlns:a="http://schemas.openxmlformats.org/drawingml/2006/main">
            <a:off x="685800" y="5610225"/>
            <a:ext cx="7686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526B7B"/>
                </a:solidFill>
                <a:latin typeface="Noto Sans"/>
                <a:ea typeface="Noto Sans"/>
                <a:cs typeface="Noto Sans"/>
              </a:defRPr>
            </a:defPPr>
          </a:lstStyle>
          <a:p xmlns:a="http://schemas.openxmlformats.org/drawingml/2006/main">
            <a:pPr algn="l">
              <a:lnSpc>
                <a:spcPct val="112000"/>
              </a:lnSpc>
              <a:buNone/>
              <a:defRPr sz="2100" b="0">
                <a:solidFill>
                  <a:srgbClr val="526B7B"/>
                </a:solidFill>
                <a:latin typeface="Noto Sans"/>
                <a:ea typeface="Noto Sans"/>
                <a:cs typeface="Noto Sans"/>
              </a:defRPr>
            </a:pPr>
            <a:r>
              <a:rPr sz="2100" b="0">
                <a:solidFill>
                  <a:srgbClr val="526B7B"/>
                </a:solidFill>
                <a:latin typeface="Noto Sans"/>
                <a:ea typeface="Noto Sans"/>
                <a:cs typeface="Noto Sans"/>
              </a:rPr>
              <a:t>Mỗi ngày là một bước</a:t>
            </a:r>
          </a:p>
        </p:txBody>
      </p:sp>
      <p:sp>
        <p:nvSpPr>
          <p:cNvPr id="22" name="!!growth-word">
            <a:extLst xmlns:a="http://schemas.openxmlformats.org/drawingml/2006/main">
              <a:ext uri="{FF2B5EF4-FFF2-40B4-BE49-F238E27FC236}">
                <a16:creationId xmlns:a16="http://schemas.microsoft.com/office/drawing/2014/main" id="{D97D2C19-2AE4-49C9-95E7-1AEA1A020630}"/>
              </a:ext>
            </a:extLst>
          </p:cNvPr>
          <p:cNvSpPr>
            <a:spLocks xmlns:a="http://schemas.openxmlformats.org/drawingml/2006/main" noGrp="1"/>
          </p:cNvSpPr>
          <p:nvPr/>
        </p:nvSpPr>
        <p:spPr>
          <a:xfrm xmlns:a="http://schemas.openxmlformats.org/drawingml/2006/main">
            <a:off x="8639175" y="5543550"/>
            <a:ext cx="2867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1">
                <a:solidFill>
                  <a:srgbClr val="2F80ED"/>
                </a:solidFill>
                <a:latin typeface="Noto Sans"/>
                <a:ea typeface="Noto Sans"/>
                <a:cs typeface="Noto Sans"/>
              </a:defRPr>
            </a:defPPr>
          </a:lstStyle>
          <a:p xmlns:a="http://schemas.openxmlformats.org/drawingml/2006/main">
            <a:pPr algn="l">
              <a:lnSpc>
                <a:spcPct val="112000"/>
              </a:lnSpc>
              <a:buNone/>
              <a:defRPr sz="2475" b="1">
                <a:solidFill>
                  <a:srgbClr val="2F80ED"/>
                </a:solidFill>
                <a:latin typeface="Noto Sans"/>
                <a:ea typeface="Noto Sans"/>
                <a:cs typeface="Noto Sans"/>
              </a:defRPr>
            </a:pPr>
            <a:r>
              <a:rPr sz="2475" b="1">
                <a:solidFill>
                  <a:srgbClr val="2F80ED"/>
                </a:solidFill>
                <a:latin typeface="Noto Sans"/>
                <a:ea typeface="Noto Sans"/>
                <a:cs typeface="Noto Sans"/>
              </a:rPr>
              <a:t>Trưởng thành</a:t>
            </a:r>
          </a:p>
        </p:txBody>
      </p:sp>
      <p:sp>
        <p:nvSpPr>
          <p:cNvPr id="23" name="s15-journey-0">
            <a:extLst xmlns:a="http://schemas.openxmlformats.org/drawingml/2006/main">
              <a:ext uri="{FF2B5EF4-FFF2-40B4-BE49-F238E27FC236}">
                <a16:creationId xmlns:a16="http://schemas.microsoft.com/office/drawing/2014/main" id="{0E4724FB-6CA1-4447-AA3D-6C9D274707FA}"/>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4" name="s15-journey-text-0">
            <a:extLst xmlns:a="http://schemas.openxmlformats.org/drawingml/2006/main">
              <a:ext uri="{FF2B5EF4-FFF2-40B4-BE49-F238E27FC236}">
                <a16:creationId xmlns:a16="http://schemas.microsoft.com/office/drawing/2014/main" id="{A7D1AA3B-BA31-4536-B2D2-536EA9AA303E}"/>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25" name="s15-journey-1">
            <a:extLst xmlns:a="http://schemas.openxmlformats.org/drawingml/2006/main">
              <a:ext uri="{FF2B5EF4-FFF2-40B4-BE49-F238E27FC236}">
                <a16:creationId xmlns:a16="http://schemas.microsoft.com/office/drawing/2014/main" id="{DDEECA34-00ED-4B70-B23C-BACBD9525C94}"/>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6" name="s15-journey-text-1">
            <a:extLst xmlns:a="http://schemas.openxmlformats.org/drawingml/2006/main">
              <a:ext uri="{FF2B5EF4-FFF2-40B4-BE49-F238E27FC236}">
                <a16:creationId xmlns:a16="http://schemas.microsoft.com/office/drawing/2014/main" id="{73512212-57A3-4404-96B8-E47FE1F0D4D2}"/>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Tìm hiểu</a:t>
            </a:r>
          </a:p>
        </p:txBody>
      </p:sp>
      <p:sp>
        <p:nvSpPr>
          <p:cNvPr id="27" name="s15-journey-2">
            <a:extLst xmlns:a="http://schemas.openxmlformats.org/drawingml/2006/main">
              <a:ext uri="{FF2B5EF4-FFF2-40B4-BE49-F238E27FC236}">
                <a16:creationId xmlns:a16="http://schemas.microsoft.com/office/drawing/2014/main" id="{06D8ECCE-7AD1-48BB-AAB2-814A66BB78A7}"/>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28" name="s15-journey-text-2">
            <a:extLst xmlns:a="http://schemas.openxmlformats.org/drawingml/2006/main">
              <a:ext uri="{FF2B5EF4-FFF2-40B4-BE49-F238E27FC236}">
                <a16:creationId xmlns:a16="http://schemas.microsoft.com/office/drawing/2014/main" id="{3B27F6A1-949F-41A3-8503-A4C72E31CD60}"/>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Hình dung</a:t>
            </a:r>
          </a:p>
        </p:txBody>
      </p:sp>
      <p:sp>
        <p:nvSpPr>
          <p:cNvPr id="29" name="s15-journey-3">
            <a:extLst xmlns:a="http://schemas.openxmlformats.org/drawingml/2006/main">
              <a:ext uri="{FF2B5EF4-FFF2-40B4-BE49-F238E27FC236}">
                <a16:creationId xmlns:a16="http://schemas.microsoft.com/office/drawing/2014/main" id="{FC4D7923-B127-460B-998F-8897A93D7CCD}"/>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30" name="s15-journey-text-3">
            <a:extLst xmlns:a="http://schemas.openxmlformats.org/drawingml/2006/main">
              <a:ext uri="{FF2B5EF4-FFF2-40B4-BE49-F238E27FC236}">
                <a16:creationId xmlns:a16="http://schemas.microsoft.com/office/drawing/2014/main" id="{2851E8C4-6897-4A99-9624-CB104306ED27}"/>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31" name="s15-page">
            <a:extLst xmlns:a="http://schemas.openxmlformats.org/drawingml/2006/main">
              <a:ext uri="{FF2B5EF4-FFF2-40B4-BE49-F238E27FC236}">
                <a16:creationId xmlns:a16="http://schemas.microsoft.com/office/drawing/2014/main" id="{720A0623-5BAB-42FA-A090-470D187ED1C1}"/>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15</a:t>
            </a:r>
          </a:p>
        </p:txBody>
      </p:sp>
    </p:spTree>
    <p:extLst>
      <p:ext uri="{BB962C8B-B14F-4D97-AF65-F5344CB8AC3E}">
        <p14:creationId val="1671116888"/>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550" fill="hold">
                      <p:stCondLst>
                        <p:cond delay="0"/>
                      </p:stCondLst>
                      <p:childTnLst>
                        <p:par>
                          <p:cTn id="4" dur="25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fill="hold"/>
                                        <p:tgtEl>
                                          <p:spTgt spid="5"/>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fill="hold"/>
                                        <p:tgtEl>
                                          <p:spTgt spid="6"/>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fill="hold"/>
                                        <p:tgtEl>
                                          <p:spTgt spid="7"/>
                                        </p:tgtEl>
                                      </p:cBhvr>
                                    </p:animEffect>
                                  </p:childTnLst>
                                </p:cTn>
                              </p:par>
                              <p:par>
                                <p:cTn id="14" presetID="10" presetClass="entr" dur="600" fill="hold" grpId="0" nodeType="withEffect" presetSubtype="0">
                                  <p:stCondLst>
                                    <p:cond delay="1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fill="hold"/>
                                        <p:tgtEl>
                                          <p:spTgt spid="8"/>
                                        </p:tgtEl>
                                      </p:cBhvr>
                                    </p:animEffect>
                                  </p:childTnLst>
                                </p:cTn>
                              </p:par>
                              <p:par>
                                <p:cTn id="17" presetID="10" presetClass="entr" dur="600" fill="hold" grpId="0" nodeType="withEffect" presetSubtype="0">
                                  <p:stCondLst>
                                    <p:cond delay="7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00" fill="hold"/>
                                        <p:tgtEl>
                                          <p:spTgt spid="9"/>
                                        </p:tgtEl>
                                      </p:cBhvr>
                                    </p:animEffect>
                                  </p:childTnLst>
                                </p:cTn>
                              </p:par>
                              <p:par>
                                <p:cTn id="20" presetID="10" presetClass="entr" dur="600" fill="hold" grpId="0" nodeType="withEffect" presetSubtype="0">
                                  <p:stCondLst>
                                    <p:cond delay="7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fill="hold"/>
                                        <p:tgtEl>
                                          <p:spTgt spid="10"/>
                                        </p:tgtEl>
                                      </p:cBhvr>
                                    </p:animEffect>
                                  </p:childTnLst>
                                </p:cTn>
                              </p:par>
                              <p:par>
                                <p:cTn id="23" presetID="10" presetClass="entr" dur="600" fill="hold" grpId="0" nodeType="withEffect" presetSubtype="0">
                                  <p:stCondLst>
                                    <p:cond delay="75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00" fill="hold"/>
                                        <p:tgtEl>
                                          <p:spTgt spid="11"/>
                                        </p:tgtEl>
                                      </p:cBhvr>
                                    </p:animEffect>
                                  </p:childTnLst>
                                </p:cTn>
                              </p:par>
                              <p:par>
                                <p:cTn id="26" presetID="10" presetClass="entr" dur="600" fill="hold" grpId="0" nodeType="withEffect" presetSubtype="0">
                                  <p:stCondLst>
                                    <p:cond delay="75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600" fill="hold"/>
                                        <p:tgtEl>
                                          <p:spTgt spid="12"/>
                                        </p:tgtEl>
                                      </p:cBhvr>
                                    </p:animEffect>
                                  </p:childTnLst>
                                </p:cTn>
                              </p:par>
                              <p:par>
                                <p:cTn id="29" presetID="10" presetClass="entr" dur="600" fill="hold" grpId="0" nodeType="withEffect" presetSubtype="0">
                                  <p:stCondLst>
                                    <p:cond delay="135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600" fill="hold"/>
                                        <p:tgtEl>
                                          <p:spTgt spid="13"/>
                                        </p:tgtEl>
                                      </p:cBhvr>
                                    </p:animEffect>
                                  </p:childTnLst>
                                </p:cTn>
                              </p:par>
                              <p:par>
                                <p:cTn id="32" presetID="10" presetClass="entr" dur="600" fill="hold" grpId="0" nodeType="withEffect" presetSubtype="0">
                                  <p:stCondLst>
                                    <p:cond delay="135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00" fill="hold"/>
                                        <p:tgtEl>
                                          <p:spTgt spid="14"/>
                                        </p:tgtEl>
                                      </p:cBhvr>
                                    </p:animEffect>
                                  </p:childTnLst>
                                </p:cTn>
                              </p:par>
                              <p:par>
                                <p:cTn id="35" presetID="10" presetClass="entr" dur="600" fill="hold" grpId="0" nodeType="withEffect" presetSubtype="0">
                                  <p:stCondLst>
                                    <p:cond delay="135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00" fill="hold"/>
                                        <p:tgtEl>
                                          <p:spTgt spid="15"/>
                                        </p:tgtEl>
                                      </p:cBhvr>
                                    </p:animEffect>
                                  </p:childTnLst>
                                </p:cTn>
                              </p:par>
                              <p:par>
                                <p:cTn id="38" presetID="10" presetClass="entr" dur="600" fill="hold" grpId="0" nodeType="withEffect" presetSubtype="0">
                                  <p:stCondLst>
                                    <p:cond delay="135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600" fill="hold"/>
                                        <p:tgtEl>
                                          <p:spTgt spid="16"/>
                                        </p:tgtEl>
                                      </p:cBhvr>
                                    </p:animEffect>
                                  </p:childTnLst>
                                </p:cTn>
                              </p:par>
                              <p:par>
                                <p:cTn id="41" presetID="10" presetClass="entr" dur="600" fill="hold" grpId="0" nodeType="withEffect" presetSubtype="0">
                                  <p:stCondLst>
                                    <p:cond delay="195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600" fill="hold"/>
                                        <p:tgtEl>
                                          <p:spTgt spid="17"/>
                                        </p:tgtEl>
                                      </p:cBhvr>
                                    </p:animEffect>
                                  </p:childTnLst>
                                </p:cTn>
                              </p:par>
                              <p:par>
                                <p:cTn id="44" presetID="10" presetClass="entr" dur="600" fill="hold" grpId="0" nodeType="withEffect" presetSubtype="0">
                                  <p:stCondLst>
                                    <p:cond delay="195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600" fill="hold"/>
                                        <p:tgtEl>
                                          <p:spTgt spid="18"/>
                                        </p:tgtEl>
                                      </p:cBhvr>
                                    </p:animEffect>
                                  </p:childTnLst>
                                </p:cTn>
                              </p:par>
                              <p:par>
                                <p:cTn id="47" presetID="10" presetClass="entr" dur="600" fill="hold" grpId="0" nodeType="withEffect" presetSubtype="0">
                                  <p:stCondLst>
                                    <p:cond delay="195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600" fill="hold"/>
                                        <p:tgtEl>
                                          <p:spTgt spid="19"/>
                                        </p:tgtEl>
                                      </p:cBhvr>
                                    </p:animEffect>
                                  </p:childTnLst>
                                </p:cTn>
                              </p:par>
                              <p:par>
                                <p:cTn id="50" presetID="10" presetClass="entr" dur="600" fill="hold" grpId="0" nodeType="withEffect" presetSubtype="0">
                                  <p:stCondLst>
                                    <p:cond delay="195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600" fill="hold"/>
                                        <p:tgtEl>
                                          <p:spTgt spid="20"/>
                                        </p:tgtEl>
                                      </p:cBhvr>
                                    </p:animEffect>
                                  </p:childTnLst>
                                </p:cTn>
                              </p:par>
                              <p:par>
                                <p:cTn id="53" presetID="10" presetClass="entr" dur="600" fill="hold" grpId="0" nodeType="withEffect" presetSubtype="0">
                                  <p:stCondLst>
                                    <p:cond delay="195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600" fill="hold"/>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P spid="7" grpId="0" build="allAtOnce" animBg="1"/>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Lst>
  </p:timing>
</p:sld>
</file>

<file path=ppt/slides/slide16.xml><?xml version="1.0" encoding="utf-8"?>
<p:sld xmlns:p="http://schemas.openxmlformats.org/presentationml/2006/main" xmlns:p14="http://schemas.microsoft.com/office/powerpoint/2010/main" xmlns:mc="http://schemas.openxmlformats.org/markup-compatibility/2006" xmlns:p159="http://schemas.microsoft.com/office/powerpoint/2015/09/main" mc:Ignorable="p14 p159">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s16-header-rule">
            <a:extLst xmlns:a="http://schemas.openxmlformats.org/drawingml/2006/main">
              <a:ext uri="{FF2B5EF4-FFF2-40B4-BE49-F238E27FC236}">
                <a16:creationId xmlns:a16="http://schemas.microsoft.com/office/drawing/2014/main" id="{1A7A64F3-423E-4A74-A3F7-C9526262CE29}"/>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6-title">
            <a:extLst xmlns:a="http://schemas.openxmlformats.org/drawingml/2006/main">
              <a:ext uri="{FF2B5EF4-FFF2-40B4-BE49-F238E27FC236}">
                <a16:creationId xmlns:a16="http://schemas.microsoft.com/office/drawing/2014/main" id="{F5151D73-AE9C-453F-A971-DBA4C22E5F69}"/>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Vì sao em chọn THPT Xuân Mai</a:t>
            </a:r>
          </a:p>
        </p:txBody>
      </p:sp>
      <p:sp>
        <p:nvSpPr>
          <p:cNvPr id="3" name="s16-card-0">
            <a:extLst xmlns:a="http://schemas.openxmlformats.org/drawingml/2006/main">
              <a:ext uri="{FF2B5EF4-FFF2-40B4-BE49-F238E27FC236}">
                <a16:creationId xmlns:a16="http://schemas.microsoft.com/office/drawing/2014/main" id="{0CB6B128-90F3-4BE7-8519-5C5ED160E784}"/>
              </a:ext>
            </a:extLst>
          </p:cNvPr>
          <p:cNvSpPr>
            <a:spLocks xmlns:a="http://schemas.openxmlformats.org/drawingml/2006/main" noGrp="1"/>
          </p:cNvSpPr>
          <p:nvPr/>
        </p:nvSpPr>
        <p:spPr>
          <a:xfrm xmlns:a="http://schemas.openxmlformats.org/drawingml/2006/main">
            <a:off x="685800" y="2181225"/>
            <a:ext cx="3448050" cy="3190875"/>
          </a:xfrm>
          <a:prstGeom xmlns:a="http://schemas.openxmlformats.org/drawingml/2006/main" prst="roundRect">
            <a:avLst>
              <a:gd name="adj" fmla="val 4776"/>
            </a:avLst>
          </a:prstGeom>
          <a:solidFill xmlns:a="http://schemas.openxmlformats.org/drawingml/2006/main">
            <a:srgbClr val="FFFFFF"/>
          </a:solidFill>
          <a:ln xmlns:a="http://schemas.openxmlformats.org/drawingml/2006/main" w="9525">
            <a:solidFill>
              <a:srgbClr val="D4E0EA"/>
            </a:solidFill>
            <a:prstDash val="solid"/>
          </a:ln>
        </p:spPr>
      </p:sp>
      <p:sp>
        <p:nvSpPr>
          <p:cNvPr id="4" name="s16-index-0">
            <a:extLst xmlns:a="http://schemas.openxmlformats.org/drawingml/2006/main">
              <a:ext uri="{FF2B5EF4-FFF2-40B4-BE49-F238E27FC236}">
                <a16:creationId xmlns:a16="http://schemas.microsoft.com/office/drawing/2014/main" id="{40F9C99D-749C-4668-9731-987E269D21E1}"/>
              </a:ext>
            </a:extLst>
          </p:cNvPr>
          <p:cNvSpPr>
            <a:spLocks xmlns:a="http://schemas.openxmlformats.org/drawingml/2006/main" noGrp="1"/>
          </p:cNvSpPr>
          <p:nvPr/>
        </p:nvSpPr>
        <p:spPr>
          <a:xfrm xmlns:a="http://schemas.openxmlformats.org/drawingml/2006/main">
            <a:off x="923925" y="24098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625" b="1">
                <a:solidFill>
                  <a:srgbClr val="2F80ED"/>
                </a:solidFill>
                <a:latin typeface="Noto Sans"/>
                <a:ea typeface="Noto Sans"/>
                <a:cs typeface="Noto Sans"/>
              </a:defRPr>
            </a:defPPr>
          </a:lstStyle>
          <a:p xmlns:a="http://schemas.openxmlformats.org/drawingml/2006/main">
            <a:pPr algn="l">
              <a:lnSpc>
                <a:spcPct val="112000"/>
              </a:lnSpc>
              <a:buNone/>
              <a:defRPr sz="2625" b="1">
                <a:solidFill>
                  <a:srgbClr val="2F80ED"/>
                </a:solidFill>
                <a:latin typeface="Noto Sans"/>
                <a:ea typeface="Noto Sans"/>
                <a:cs typeface="Noto Sans"/>
              </a:defRPr>
            </a:pPr>
            <a:r>
              <a:rPr sz="2625" b="1">
                <a:solidFill>
                  <a:srgbClr val="2F80ED"/>
                </a:solidFill>
                <a:latin typeface="Noto Sans"/>
                <a:ea typeface="Noto Sans"/>
                <a:cs typeface="Noto Sans"/>
              </a:rPr>
              <a:t>01</a:t>
            </a:r>
          </a:p>
        </p:txBody>
      </p:sp>
      <p:sp>
        <p:nvSpPr>
          <p:cNvPr id="5" name="s16-reason-0">
            <a:extLst xmlns:a="http://schemas.openxmlformats.org/drawingml/2006/main">
              <a:ext uri="{FF2B5EF4-FFF2-40B4-BE49-F238E27FC236}">
                <a16:creationId xmlns:a16="http://schemas.microsoft.com/office/drawing/2014/main" id="{C06BE3A6-9D29-48C7-8D8D-7B5B8D4E0F69}"/>
              </a:ext>
            </a:extLst>
          </p:cNvPr>
          <p:cNvSpPr>
            <a:spLocks xmlns:a="http://schemas.openxmlformats.org/drawingml/2006/main" noGrp="1"/>
          </p:cNvSpPr>
          <p:nvPr/>
        </p:nvSpPr>
        <p:spPr>
          <a:xfrm xmlns:a="http://schemas.openxmlformats.org/drawingml/2006/main">
            <a:off x="923925" y="32099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02A43"/>
                </a:solidFill>
                <a:latin typeface="Noto Sans"/>
                <a:ea typeface="Noto Sans"/>
                <a:cs typeface="Noto Sans"/>
              </a:defRPr>
            </a:defPPr>
          </a:lstStyle>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Truyền thống</a:t>
            </a:r>
          </a:p>
        </p:txBody>
      </p:sp>
      <p:sp>
        <p:nvSpPr>
          <p:cNvPr id="6" name="s16-desc-0">
            <a:extLst xmlns:a="http://schemas.openxmlformats.org/drawingml/2006/main">
              <a:ext uri="{FF2B5EF4-FFF2-40B4-BE49-F238E27FC236}">
                <a16:creationId xmlns:a16="http://schemas.microsoft.com/office/drawing/2014/main" id="{2D0A5AF3-2DD4-4861-B6AE-7F51F678D1B2}"/>
              </a:ext>
            </a:extLst>
          </p:cNvPr>
          <p:cNvSpPr>
            <a:spLocks xmlns:a="http://schemas.openxmlformats.org/drawingml/2006/main" noGrp="1"/>
          </p:cNvSpPr>
          <p:nvPr/>
        </p:nvSpPr>
        <p:spPr>
          <a:xfrm xmlns:a="http://schemas.openxmlformats.org/drawingml/2006/main">
            <a:off x="923925" y="4029075"/>
            <a:ext cx="29718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Lịch sử lâu năm</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khiến em muốn</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tìm hiểu nghiêm túc.</a:t>
            </a:r>
          </a:p>
        </p:txBody>
      </p:sp>
      <p:sp>
        <p:nvSpPr>
          <p:cNvPr id="7" name="s16-card-1">
            <a:extLst xmlns:a="http://schemas.openxmlformats.org/drawingml/2006/main">
              <a:ext uri="{FF2B5EF4-FFF2-40B4-BE49-F238E27FC236}">
                <a16:creationId xmlns:a16="http://schemas.microsoft.com/office/drawing/2014/main" id="{6DED175C-5341-4E2C-B97D-A03321A5794C}"/>
              </a:ext>
            </a:extLst>
          </p:cNvPr>
          <p:cNvSpPr>
            <a:spLocks xmlns:a="http://schemas.openxmlformats.org/drawingml/2006/main" noGrp="1"/>
          </p:cNvSpPr>
          <p:nvPr/>
        </p:nvSpPr>
        <p:spPr>
          <a:xfrm xmlns:a="http://schemas.openxmlformats.org/drawingml/2006/main">
            <a:off x="4371975" y="2181225"/>
            <a:ext cx="3448050" cy="3190875"/>
          </a:xfrm>
          <a:prstGeom xmlns:a="http://schemas.openxmlformats.org/drawingml/2006/main" prst="roundRect">
            <a:avLst>
              <a:gd name="adj" fmla="val 4776"/>
            </a:avLst>
          </a:prstGeom>
          <a:solidFill xmlns:a="http://schemas.openxmlformats.org/drawingml/2006/main">
            <a:srgbClr val="EAF2FB"/>
          </a:solidFill>
          <a:ln xmlns:a="http://schemas.openxmlformats.org/drawingml/2006/main" w="9525">
            <a:solidFill>
              <a:srgbClr val="D4E0EA"/>
            </a:solidFill>
            <a:prstDash val="solid"/>
          </a:ln>
        </p:spPr>
      </p:sp>
      <p:sp>
        <p:nvSpPr>
          <p:cNvPr id="8" name="s16-index-1">
            <a:extLst xmlns:a="http://schemas.openxmlformats.org/drawingml/2006/main">
              <a:ext uri="{FF2B5EF4-FFF2-40B4-BE49-F238E27FC236}">
                <a16:creationId xmlns:a16="http://schemas.microsoft.com/office/drawing/2014/main" id="{D53B1EEF-19FE-4C70-8468-8DAF553B5FBB}"/>
              </a:ext>
            </a:extLst>
          </p:cNvPr>
          <p:cNvSpPr>
            <a:spLocks xmlns:a="http://schemas.openxmlformats.org/drawingml/2006/main" noGrp="1"/>
          </p:cNvSpPr>
          <p:nvPr/>
        </p:nvSpPr>
        <p:spPr>
          <a:xfrm xmlns:a="http://schemas.openxmlformats.org/drawingml/2006/main">
            <a:off x="4610100" y="24098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625" b="1">
                <a:solidFill>
                  <a:srgbClr val="2F80ED"/>
                </a:solidFill>
                <a:latin typeface="Noto Sans"/>
                <a:ea typeface="Noto Sans"/>
                <a:cs typeface="Noto Sans"/>
              </a:defRPr>
            </a:defPPr>
          </a:lstStyle>
          <a:p xmlns:a="http://schemas.openxmlformats.org/drawingml/2006/main">
            <a:pPr algn="l">
              <a:lnSpc>
                <a:spcPct val="112000"/>
              </a:lnSpc>
              <a:buNone/>
              <a:defRPr sz="2625" b="1">
                <a:solidFill>
                  <a:srgbClr val="2F80ED"/>
                </a:solidFill>
                <a:latin typeface="Noto Sans"/>
                <a:ea typeface="Noto Sans"/>
                <a:cs typeface="Noto Sans"/>
              </a:defRPr>
            </a:pPr>
            <a:r>
              <a:rPr sz="2625" b="1">
                <a:solidFill>
                  <a:srgbClr val="2F80ED"/>
                </a:solidFill>
                <a:latin typeface="Noto Sans"/>
                <a:ea typeface="Noto Sans"/>
                <a:cs typeface="Noto Sans"/>
              </a:rPr>
              <a:t>02</a:t>
            </a:r>
          </a:p>
        </p:txBody>
      </p:sp>
      <p:sp>
        <p:nvSpPr>
          <p:cNvPr id="9" name="s16-reason-1">
            <a:extLst xmlns:a="http://schemas.openxmlformats.org/drawingml/2006/main">
              <a:ext uri="{FF2B5EF4-FFF2-40B4-BE49-F238E27FC236}">
                <a16:creationId xmlns:a16="http://schemas.microsoft.com/office/drawing/2014/main" id="{A3E1D9C1-21B6-4305-BB1F-027B038796A6}"/>
              </a:ext>
            </a:extLst>
          </p:cNvPr>
          <p:cNvSpPr>
            <a:spLocks xmlns:a="http://schemas.openxmlformats.org/drawingml/2006/main" noGrp="1"/>
          </p:cNvSpPr>
          <p:nvPr/>
        </p:nvSpPr>
        <p:spPr>
          <a:xfrm xmlns:a="http://schemas.openxmlformats.org/drawingml/2006/main">
            <a:off x="4610100" y="32099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02A43"/>
                </a:solidFill>
                <a:latin typeface="Noto Sans"/>
                <a:ea typeface="Noto Sans"/>
                <a:cs typeface="Noto Sans"/>
              </a:defRPr>
            </a:defPPr>
          </a:lstStyle>
          <a:p xmlns:a="http://schemas.openxmlformats.org/drawingml/2006/main">
            <a:pPr algn="l">
              <a:lnSpc>
                <a:spcPct val="112000"/>
              </a:lnSpc>
              <a:buNone/>
              <a:defRPr sz="2100" b="1">
                <a:solidFill>
                  <a:srgbClr val="102A43"/>
                </a:solidFill>
                <a:latin typeface="Noto Sans"/>
                <a:ea typeface="Noto Sans"/>
                <a:cs typeface="Noto Sans"/>
              </a:defRPr>
            </a:pPr>
            <a:r>
              <a:rPr sz="2100" b="1">
                <a:solidFill>
                  <a:srgbClr val="102A43"/>
                </a:solidFill>
                <a:latin typeface="Noto Sans"/>
                <a:ea typeface="Noto Sans"/>
                <a:cs typeface="Noto Sans"/>
              </a:rPr>
              <a:t>Hứng thú môn Tin</a:t>
            </a:r>
          </a:p>
        </p:txBody>
      </p:sp>
      <p:sp>
        <p:nvSpPr>
          <p:cNvPr id="10" name="s16-desc-1">
            <a:extLst xmlns:a="http://schemas.openxmlformats.org/drawingml/2006/main">
              <a:ext uri="{FF2B5EF4-FFF2-40B4-BE49-F238E27FC236}">
                <a16:creationId xmlns:a16="http://schemas.microsoft.com/office/drawing/2014/main" id="{CD22602A-1934-498D-82D8-07AA1AF611C1}"/>
              </a:ext>
            </a:extLst>
          </p:cNvPr>
          <p:cNvSpPr>
            <a:spLocks xmlns:a="http://schemas.openxmlformats.org/drawingml/2006/main" noGrp="1"/>
          </p:cNvSpPr>
          <p:nvPr/>
        </p:nvSpPr>
        <p:spPr>
          <a:xfrm xmlns:a="http://schemas.openxmlformats.org/drawingml/2006/main">
            <a:off x="4610100" y="4029075"/>
            <a:ext cx="29718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Thông tin về STEM</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phù hợp với điều</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em muốn học sâu hơn.</a:t>
            </a:r>
          </a:p>
        </p:txBody>
      </p:sp>
      <p:sp>
        <p:nvSpPr>
          <p:cNvPr id="11" name="s16-card-2">
            <a:extLst xmlns:a="http://schemas.openxmlformats.org/drawingml/2006/main">
              <a:ext uri="{FF2B5EF4-FFF2-40B4-BE49-F238E27FC236}">
                <a16:creationId xmlns:a16="http://schemas.microsoft.com/office/drawing/2014/main" id="{4C9E5886-29D1-4A83-A601-3379DFA42F5A}"/>
              </a:ext>
            </a:extLst>
          </p:cNvPr>
          <p:cNvSpPr>
            <a:spLocks xmlns:a="http://schemas.openxmlformats.org/drawingml/2006/main" noGrp="1"/>
          </p:cNvSpPr>
          <p:nvPr/>
        </p:nvSpPr>
        <p:spPr>
          <a:xfrm xmlns:a="http://schemas.openxmlformats.org/drawingml/2006/main">
            <a:off x="8058150" y="2181225"/>
            <a:ext cx="3448050" cy="3190875"/>
          </a:xfrm>
          <a:prstGeom xmlns:a="http://schemas.openxmlformats.org/drawingml/2006/main" prst="roundRect">
            <a:avLst>
              <a:gd name="adj" fmla="val 4776"/>
            </a:avLst>
          </a:prstGeom>
          <a:solidFill xmlns:a="http://schemas.openxmlformats.org/drawingml/2006/main">
            <a:srgbClr val="FFFFFF"/>
          </a:solidFill>
          <a:ln xmlns:a="http://schemas.openxmlformats.org/drawingml/2006/main" w="9525">
            <a:solidFill>
              <a:srgbClr val="D4E0EA"/>
            </a:solidFill>
            <a:prstDash val="solid"/>
          </a:ln>
        </p:spPr>
      </p:sp>
      <p:sp>
        <p:nvSpPr>
          <p:cNvPr id="12" name="s16-index-2">
            <a:extLst xmlns:a="http://schemas.openxmlformats.org/drawingml/2006/main">
              <a:ext uri="{FF2B5EF4-FFF2-40B4-BE49-F238E27FC236}">
                <a16:creationId xmlns:a16="http://schemas.microsoft.com/office/drawing/2014/main" id="{17F702AB-62FA-4D51-A6F5-6217FC890A13}"/>
              </a:ext>
            </a:extLst>
          </p:cNvPr>
          <p:cNvSpPr>
            <a:spLocks xmlns:a="http://schemas.openxmlformats.org/drawingml/2006/main" noGrp="1"/>
          </p:cNvSpPr>
          <p:nvPr/>
        </p:nvSpPr>
        <p:spPr>
          <a:xfrm xmlns:a="http://schemas.openxmlformats.org/drawingml/2006/main">
            <a:off x="8296275" y="24098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625" b="1">
                <a:solidFill>
                  <a:srgbClr val="2F80ED"/>
                </a:solidFill>
                <a:latin typeface="Noto Sans"/>
                <a:ea typeface="Noto Sans"/>
                <a:cs typeface="Noto Sans"/>
              </a:defRPr>
            </a:defPPr>
          </a:lstStyle>
          <a:p xmlns:a="http://schemas.openxmlformats.org/drawingml/2006/main">
            <a:pPr algn="l">
              <a:lnSpc>
                <a:spcPct val="112000"/>
              </a:lnSpc>
              <a:buNone/>
              <a:defRPr sz="2625" b="1">
                <a:solidFill>
                  <a:srgbClr val="2F80ED"/>
                </a:solidFill>
                <a:latin typeface="Noto Sans"/>
                <a:ea typeface="Noto Sans"/>
                <a:cs typeface="Noto Sans"/>
              </a:defRPr>
            </a:pPr>
            <a:r>
              <a:rPr sz="2625" b="1">
                <a:solidFill>
                  <a:srgbClr val="2F80ED"/>
                </a:solidFill>
                <a:latin typeface="Noto Sans"/>
                <a:ea typeface="Noto Sans"/>
                <a:cs typeface="Noto Sans"/>
              </a:rPr>
              <a:t>03</a:t>
            </a:r>
          </a:p>
        </p:txBody>
      </p:sp>
      <p:sp>
        <p:nvSpPr>
          <p:cNvPr id="13" name="!!growth-word">
            <a:extLst xmlns:a="http://schemas.openxmlformats.org/drawingml/2006/main">
              <a:ext uri="{FF2B5EF4-FFF2-40B4-BE49-F238E27FC236}">
                <a16:creationId xmlns:a16="http://schemas.microsoft.com/office/drawing/2014/main" id="{3BCF492F-42C0-407B-92F7-A408DCCAB7FE}"/>
              </a:ext>
            </a:extLst>
          </p:cNvPr>
          <p:cNvSpPr>
            <a:spLocks xmlns:a="http://schemas.openxmlformats.org/drawingml/2006/main" noGrp="1"/>
          </p:cNvSpPr>
          <p:nvPr/>
        </p:nvSpPr>
        <p:spPr>
          <a:xfrm xmlns:a="http://schemas.openxmlformats.org/drawingml/2006/main">
            <a:off x="8296275" y="3209925"/>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02A43"/>
                </a:solidFill>
                <a:latin typeface="Noto Sans"/>
                <a:ea typeface="Noto Sans"/>
                <a:cs typeface="Noto Sans"/>
              </a:defRPr>
            </a:defPPr>
          </a:lstStyle>
          <a:p xmlns:a="http://schemas.openxmlformats.org/drawingml/2006/main">
            <a:pPr algn="l">
              <a:lnSpc>
                <a:spcPct val="112000"/>
              </a:lnSpc>
              <a:buNone/>
              <a:defRPr sz="2325" b="1">
                <a:solidFill>
                  <a:srgbClr val="102A43"/>
                </a:solidFill>
                <a:latin typeface="Noto Sans"/>
                <a:ea typeface="Noto Sans"/>
                <a:cs typeface="Noto Sans"/>
              </a:defRPr>
            </a:pPr>
            <a:r>
              <a:rPr sz="2325" b="1">
                <a:solidFill>
                  <a:srgbClr val="102A43"/>
                </a:solidFill>
                <a:latin typeface="Noto Sans"/>
                <a:ea typeface="Noto Sans"/>
                <a:cs typeface="Noto Sans"/>
              </a:rPr>
              <a:t>Trưởng thành</a:t>
            </a:r>
          </a:p>
        </p:txBody>
      </p:sp>
      <p:sp>
        <p:nvSpPr>
          <p:cNvPr id="14" name="s16-desc-2">
            <a:extLst xmlns:a="http://schemas.openxmlformats.org/drawingml/2006/main">
              <a:ext uri="{FF2B5EF4-FFF2-40B4-BE49-F238E27FC236}">
                <a16:creationId xmlns:a16="http://schemas.microsoft.com/office/drawing/2014/main" id="{039D8DC4-2B12-41BA-94AA-751DFD850B40}"/>
              </a:ext>
            </a:extLst>
          </p:cNvPr>
          <p:cNvSpPr>
            <a:spLocks xmlns:a="http://schemas.openxmlformats.org/drawingml/2006/main" noGrp="1"/>
          </p:cNvSpPr>
          <p:nvPr/>
        </p:nvSpPr>
        <p:spPr>
          <a:xfrm xmlns:a="http://schemas.openxmlformats.org/drawingml/2006/main">
            <a:off x="8296275" y="4029075"/>
            <a:ext cx="29718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526B7B"/>
                </a:solidFill>
                <a:latin typeface="Noto Sans"/>
                <a:ea typeface="Noto Sans"/>
                <a:cs typeface="Noto Sans"/>
              </a:defRPr>
            </a:defPPr>
          </a:lstStyle>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Em mong tiến bộ</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trong tự học, phối hợp</a:t>
            </a:r>
          </a:p>
          <a:p xmlns:a="http://schemas.openxmlformats.org/drawingml/2006/main">
            <a:pPr algn="l">
              <a:lnSpc>
                <a:spcPct val="112000"/>
              </a:lnSpc>
              <a:buNone/>
              <a:defRPr sz="1875" b="0">
                <a:solidFill>
                  <a:srgbClr val="526B7B"/>
                </a:solidFill>
                <a:latin typeface="Noto Sans"/>
                <a:ea typeface="Noto Sans"/>
                <a:cs typeface="Noto Sans"/>
              </a:defRPr>
            </a:pPr>
            <a:r>
              <a:rPr sz="1875" b="0">
                <a:solidFill>
                  <a:srgbClr val="526B7B"/>
                </a:solidFill>
                <a:latin typeface="Noto Sans"/>
                <a:ea typeface="Noto Sans"/>
                <a:cs typeface="Noto Sans"/>
              </a:rPr>
              <a:t>và cách ứng xử.</a:t>
            </a:r>
          </a:p>
        </p:txBody>
      </p:sp>
      <p:sp>
        <p:nvSpPr>
          <p:cNvPr id="15" name="s16-promise">
            <a:extLst xmlns:a="http://schemas.openxmlformats.org/drawingml/2006/main">
              <a:ext uri="{FF2B5EF4-FFF2-40B4-BE49-F238E27FC236}">
                <a16:creationId xmlns:a16="http://schemas.microsoft.com/office/drawing/2014/main" id="{B73DCC08-FB1C-4935-B688-DD58F617834A}"/>
              </a:ext>
            </a:extLst>
          </p:cNvPr>
          <p:cNvSpPr>
            <a:spLocks xmlns:a="http://schemas.openxmlformats.org/drawingml/2006/main" noGrp="1"/>
          </p:cNvSpPr>
          <p:nvPr/>
        </p:nvSpPr>
        <p:spPr>
          <a:xfrm xmlns:a="http://schemas.openxmlformats.org/drawingml/2006/main">
            <a:off x="685800" y="5743575"/>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a:solidFill>
                  <a:srgbClr val="102A43"/>
                </a:solidFill>
                <a:latin typeface="Noto Sans"/>
                <a:ea typeface="Noto Sans"/>
                <a:cs typeface="Noto Sans"/>
              </a:defRPr>
            </a:defPPr>
          </a:lstStyle>
          <a:p xmlns:a="http://schemas.openxmlformats.org/drawingml/2006/main">
            <a:pPr algn="l">
              <a:lnSpc>
                <a:spcPct val="112000"/>
              </a:lnSpc>
              <a:buNone/>
              <a:defRPr sz="2175" b="0">
                <a:solidFill>
                  <a:srgbClr val="102A43"/>
                </a:solidFill>
                <a:latin typeface="Noto Sans"/>
                <a:ea typeface="Noto Sans"/>
                <a:cs typeface="Noto Sans"/>
              </a:defRPr>
            </a:pPr>
            <a:r>
              <a:rPr sz="2175" b="0">
                <a:solidFill>
                  <a:srgbClr val="102A43"/>
                </a:solidFill>
                <a:latin typeface="Noto Sans"/>
                <a:ea typeface="Noto Sans"/>
                <a:cs typeface="Noto Sans"/>
              </a:rPr>
              <a:t>Em chọn một mục tiêu để rèn mình từ hôm nay.</a:t>
            </a:r>
          </a:p>
        </p:txBody>
      </p:sp>
      <p:sp>
        <p:nvSpPr>
          <p:cNvPr id="16" name="s16-journey-0">
            <a:extLst xmlns:a="http://schemas.openxmlformats.org/drawingml/2006/main">
              <a:ext uri="{FF2B5EF4-FFF2-40B4-BE49-F238E27FC236}">
                <a16:creationId xmlns:a16="http://schemas.microsoft.com/office/drawing/2014/main" id="{A88ED9FC-CB6B-4875-B119-B2AD048541B6}"/>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7" name="s16-journey-text-0">
            <a:extLst xmlns:a="http://schemas.openxmlformats.org/drawingml/2006/main">
              <a:ext uri="{FF2B5EF4-FFF2-40B4-BE49-F238E27FC236}">
                <a16:creationId xmlns:a16="http://schemas.microsoft.com/office/drawing/2014/main" id="{8A0FE9E0-A98D-4BE1-92D0-80AAA27E2F32}"/>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18" name="s16-journey-1">
            <a:extLst xmlns:a="http://schemas.openxmlformats.org/drawingml/2006/main">
              <a:ext uri="{FF2B5EF4-FFF2-40B4-BE49-F238E27FC236}">
                <a16:creationId xmlns:a16="http://schemas.microsoft.com/office/drawing/2014/main" id="{22E527FE-5D69-4C6B-9844-FBE09012C12F}"/>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19" name="s16-journey-text-1">
            <a:extLst xmlns:a="http://schemas.openxmlformats.org/drawingml/2006/main">
              <a:ext uri="{FF2B5EF4-FFF2-40B4-BE49-F238E27FC236}">
                <a16:creationId xmlns:a16="http://schemas.microsoft.com/office/drawing/2014/main" id="{F489920B-DF99-4138-809D-3FE13BE965D6}"/>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Tìm hiểu</a:t>
            </a:r>
          </a:p>
        </p:txBody>
      </p:sp>
      <p:sp>
        <p:nvSpPr>
          <p:cNvPr id="20" name="s16-journey-2">
            <a:extLst xmlns:a="http://schemas.openxmlformats.org/drawingml/2006/main">
              <a:ext uri="{FF2B5EF4-FFF2-40B4-BE49-F238E27FC236}">
                <a16:creationId xmlns:a16="http://schemas.microsoft.com/office/drawing/2014/main" id="{C4F16883-23B5-4100-BE19-582C5D3AFA09}"/>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21" name="s16-journey-text-2">
            <a:extLst xmlns:a="http://schemas.openxmlformats.org/drawingml/2006/main">
              <a:ext uri="{FF2B5EF4-FFF2-40B4-BE49-F238E27FC236}">
                <a16:creationId xmlns:a16="http://schemas.microsoft.com/office/drawing/2014/main" id="{BFADC249-EB3D-44B0-AA75-D05B178862DC}"/>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Hình dung</a:t>
            </a:r>
          </a:p>
        </p:txBody>
      </p:sp>
      <p:sp>
        <p:nvSpPr>
          <p:cNvPr id="22" name="s16-journey-3">
            <a:extLst xmlns:a="http://schemas.openxmlformats.org/drawingml/2006/main">
              <a:ext uri="{FF2B5EF4-FFF2-40B4-BE49-F238E27FC236}">
                <a16:creationId xmlns:a16="http://schemas.microsoft.com/office/drawing/2014/main" id="{617482DF-732D-46A4-9EE4-114796608840}"/>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3" name="s16-journey-text-3">
            <a:extLst xmlns:a="http://schemas.openxmlformats.org/drawingml/2006/main">
              <a:ext uri="{FF2B5EF4-FFF2-40B4-BE49-F238E27FC236}">
                <a16:creationId xmlns:a16="http://schemas.microsoft.com/office/drawing/2014/main" id="{D495CA49-6DF4-40C0-AF5B-E330A40D7F46}"/>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Chuẩn bị</a:t>
            </a:r>
          </a:p>
        </p:txBody>
      </p:sp>
      <p:sp>
        <p:nvSpPr>
          <p:cNvPr id="24" name="s16-source">
            <a:extLst xmlns:a="http://schemas.openxmlformats.org/drawingml/2006/main">
              <a:ext uri="{FF2B5EF4-FFF2-40B4-BE49-F238E27FC236}">
                <a16:creationId xmlns:a16="http://schemas.microsoft.com/office/drawing/2014/main" id="{9236C4EA-ED96-4EA4-B259-36FD72B532BA}"/>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Lý do cá nhân, dựa trên những điều em tìm hiểu</a:t>
            </a:r>
          </a:p>
        </p:txBody>
      </p:sp>
      <p:sp>
        <p:nvSpPr>
          <p:cNvPr id="25" name="s16-page">
            <a:extLst xmlns:a="http://schemas.openxmlformats.org/drawingml/2006/main">
              <a:ext uri="{FF2B5EF4-FFF2-40B4-BE49-F238E27FC236}">
                <a16:creationId xmlns:a16="http://schemas.microsoft.com/office/drawing/2014/main" id="{6412B94A-C28A-478E-8E44-ACD265859AA0}"/>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16</a:t>
            </a:r>
          </a:p>
        </p:txBody>
      </p:sp>
    </p:spTree>
    <p:extLst>
      <p:ext uri="{BB962C8B-B14F-4D97-AF65-F5344CB8AC3E}">
        <p14:creationId val="1908881698"/>
      </p:ext>
    </p:extLst>
  </p:cSld>
  <mc:AlternateContent>
    <mc:Choice Requires="p159">
      <p:transition spd="slow" advClick="1" p14:dur="1000">
        <p159: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dur="2150" fill="hold">
                      <p:stCondLst>
                        <p:cond delay="0"/>
                      </p:stCondLst>
                      <p:childTnLst>
                        <p:par>
                          <p:cTn id="4" dur="21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fill="hold"/>
                                        <p:tgtEl>
                                          <p:spTgt spid="3"/>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fill="hold"/>
                                        <p:tgtEl>
                                          <p:spTgt spid="4"/>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fill="hold"/>
                                        <p:tgtEl>
                                          <p:spTgt spid="5"/>
                                        </p:tgtEl>
                                      </p:cBhvr>
                                    </p:animEffect>
                                  </p:childTnLst>
                                </p:cTn>
                              </p:par>
                              <p:par>
                                <p:cTn id="14" presetID="10" presetClass="entr" dur="600" fill="hold" grpId="0" nodeType="withEffect" presetSubtype="0">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fill="hold"/>
                                        <p:tgtEl>
                                          <p:spTgt spid="6"/>
                                        </p:tgtEl>
                                      </p:cBhvr>
                                    </p:animEffect>
                                  </p:childTnLst>
                                </p:cTn>
                              </p:par>
                              <p:par>
                                <p:cTn id="17" presetID="10" presetClass="entr" dur="600" fill="hold" grpId="0" nodeType="withEffect" presetSubtype="0">
                                  <p:stCondLst>
                                    <p:cond delay="8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fill="hold"/>
                                        <p:tgtEl>
                                          <p:spTgt spid="7"/>
                                        </p:tgtEl>
                                      </p:cBhvr>
                                    </p:animEffect>
                                  </p:childTnLst>
                                </p:cTn>
                              </p:par>
                              <p:par>
                                <p:cTn id="20" presetID="10" presetClass="entr" dur="600" fill="hold" grpId="0" nodeType="withEffect" presetSubtype="0">
                                  <p:stCondLst>
                                    <p:cond delay="8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fill="hold"/>
                                        <p:tgtEl>
                                          <p:spTgt spid="8"/>
                                        </p:tgtEl>
                                      </p:cBhvr>
                                    </p:animEffect>
                                  </p:childTnLst>
                                </p:cTn>
                              </p:par>
                              <p:par>
                                <p:cTn id="23" presetID="10" presetClass="entr" dur="600" fill="hold" grpId="0" nodeType="withEffect" presetSubtype="0">
                                  <p:stCondLst>
                                    <p:cond delay="8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fill="hold"/>
                                        <p:tgtEl>
                                          <p:spTgt spid="9"/>
                                        </p:tgtEl>
                                      </p:cBhvr>
                                    </p:animEffect>
                                  </p:childTnLst>
                                </p:cTn>
                              </p:par>
                              <p:par>
                                <p:cTn id="26" presetID="10" presetClass="entr" dur="600" fill="hold" grpId="0" nodeType="withEffect" presetSubtype="0">
                                  <p:stCondLst>
                                    <p:cond delay="8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fill="hold"/>
                                        <p:tgtEl>
                                          <p:spTgt spid="10"/>
                                        </p:tgtEl>
                                      </p:cBhvr>
                                    </p:animEffect>
                                  </p:childTnLst>
                                </p:cTn>
                              </p:par>
                              <p:par>
                                <p:cTn id="29" presetID="10" presetClass="entr" dur="600" fill="hold" grpId="0" nodeType="withEffect" presetSubtype="0">
                                  <p:stCondLst>
                                    <p:cond delay="15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fill="hold"/>
                                        <p:tgtEl>
                                          <p:spTgt spid="11"/>
                                        </p:tgtEl>
                                      </p:cBhvr>
                                    </p:animEffect>
                                  </p:childTnLst>
                                </p:cTn>
                              </p:par>
                              <p:par>
                                <p:cTn id="32" presetID="10" presetClass="entr" dur="600" fill="hold" grpId="0" nodeType="withEffect" presetSubtype="0">
                                  <p:stCondLst>
                                    <p:cond delay="15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fill="hold"/>
                                        <p:tgtEl>
                                          <p:spTgt spid="12"/>
                                        </p:tgtEl>
                                      </p:cBhvr>
                                    </p:animEffect>
                                  </p:childTnLst>
                                </p:cTn>
                              </p:par>
                              <p:par>
                                <p:cTn id="35" presetID="10" presetClass="entr" dur="600" fill="hold" grpId="0" nodeType="withEffect" presetSubtype="0">
                                  <p:stCondLst>
                                    <p:cond delay="15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fill="hold"/>
                                        <p:tgtEl>
                                          <p:spTgt spid="14"/>
                                        </p:tgtEl>
                                      </p:cBhvr>
                                    </p:animEffect>
                                  </p:childTnLst>
                                </p:cTn>
                              </p:par>
                              <p:par>
                                <p:cTn id="38" presetID="10" presetClass="entr" dur="600" fill="hold" grpId="0" nodeType="withEffect" presetSubtype="0">
                                  <p:stCondLst>
                                    <p:cond delay="15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5" grpId="0" build="allAtOnce" animBg="1"/>
      <p:bldP spid="6" grpId="0" build="allAtOnce" animBg="1"/>
      <p:bldP spid="7" grpId="0" build="allAtOnce" animBg="1"/>
      <p:bldP spid="8" grpId="0" build="allAtOnce" animBg="1"/>
      <p:bldP spid="9" grpId="0" build="allAtOnce" animBg="1"/>
      <p:bldP spid="10" grpId="0" build="allAtOnce" animBg="1"/>
      <p:bldP spid="11" grpId="0" build="allAtOnce" animBg="1"/>
      <p:bldP spid="12" grpId="0" build="allAtOnce" animBg="1"/>
      <p:bldP spid="14" grpId="0" build="allAtOnce" animBg="1"/>
      <p:bldP spid="15" grpId="0" build="allAtOnce" animBg="1"/>
    </p:bldLst>
  </p:timing>
</p:sld>
</file>

<file path=ppt/slides/slide17.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5" name="s17-header-rule">
            <a:extLst xmlns:a="http://schemas.openxmlformats.org/drawingml/2006/main">
              <a:ext uri="{FF2B5EF4-FFF2-40B4-BE49-F238E27FC236}">
                <a16:creationId xmlns:a16="http://schemas.microsoft.com/office/drawing/2014/main" id="{954BC7A7-85E2-4974-9770-ACBBD1024293}"/>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7-title">
            <a:extLst xmlns:a="http://schemas.openxmlformats.org/drawingml/2006/main">
              <a:ext uri="{FF2B5EF4-FFF2-40B4-BE49-F238E27FC236}">
                <a16:creationId xmlns:a16="http://schemas.microsoft.com/office/drawing/2014/main" id="{27395EDE-7A6E-4C2B-A128-3863413BF036}"/>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F7FAFC"/>
                </a:solidFill>
                <a:latin typeface="Noto Sans"/>
                <a:ea typeface="Noto Sans"/>
                <a:cs typeface="Noto Sans"/>
              </a:defRPr>
            </a:defPPr>
          </a:lstStyle>
          <a:p xmlns:a="http://schemas.openxmlformats.org/drawingml/2006/main">
            <a:pPr algn="l">
              <a:lnSpc>
                <a:spcPct val="112000"/>
              </a:lnSpc>
              <a:buNone/>
              <a:defRPr sz="3300" b="1">
                <a:solidFill>
                  <a:srgbClr val="F7FAFC"/>
                </a:solidFill>
                <a:latin typeface="Noto Sans"/>
                <a:ea typeface="Noto Sans"/>
                <a:cs typeface="Noto Sans"/>
              </a:defRPr>
            </a:pPr>
            <a:r>
              <a:rPr sz="3300" b="1">
                <a:solidFill>
                  <a:srgbClr val="F7FAFC"/>
                </a:solidFill>
                <a:latin typeface="Noto Sans"/>
                <a:ea typeface="Noto Sans"/>
                <a:cs typeface="Noto Sans"/>
              </a:rPr>
              <a:t>Những thử thách em dự đoán</a:t>
            </a:r>
          </a:p>
        </p:txBody>
      </p:sp>
      <p:sp>
        <p:nvSpPr>
          <p:cNvPr id="3" name="s17-index-0">
            <a:extLst xmlns:a="http://schemas.openxmlformats.org/drawingml/2006/main">
              <a:ext uri="{FF2B5EF4-FFF2-40B4-BE49-F238E27FC236}">
                <a16:creationId xmlns:a16="http://schemas.microsoft.com/office/drawing/2014/main" id="{8878B7E8-076A-44F5-AB6D-BB13A46E7D5B}"/>
              </a:ext>
            </a:extLst>
          </p:cNvPr>
          <p:cNvSpPr>
            <a:spLocks xmlns:a="http://schemas.openxmlformats.org/drawingml/2006/main" noGrp="1"/>
          </p:cNvSpPr>
          <p:nvPr/>
        </p:nvSpPr>
        <p:spPr>
          <a:xfrm xmlns:a="http://schemas.openxmlformats.org/drawingml/2006/main">
            <a:off x="685800" y="2095500"/>
            <a:ext cx="847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a:solidFill>
                  <a:srgbClr val="F2B84B"/>
                </a:solidFill>
                <a:latin typeface="Noto Sans"/>
                <a:ea typeface="Noto Sans"/>
                <a:cs typeface="Noto Sans"/>
              </a:defRPr>
            </a:defPPr>
          </a:lstStyle>
          <a:p xmlns:a="http://schemas.openxmlformats.org/drawingml/2006/main">
            <a:pPr algn="l">
              <a:lnSpc>
                <a:spcPct val="112000"/>
              </a:lnSpc>
              <a:buNone/>
              <a:defRPr sz="3150" b="1">
                <a:solidFill>
                  <a:srgbClr val="F2B84B"/>
                </a:solidFill>
                <a:latin typeface="Noto Sans"/>
                <a:ea typeface="Noto Sans"/>
                <a:cs typeface="Noto Sans"/>
              </a:defRPr>
            </a:pPr>
            <a:r>
              <a:rPr sz="3150" b="1">
                <a:solidFill>
                  <a:srgbClr val="F2B84B"/>
                </a:solidFill>
                <a:latin typeface="Noto Sans"/>
                <a:ea typeface="Noto Sans"/>
                <a:cs typeface="Noto Sans"/>
              </a:rPr>
              <a:t>01</a:t>
            </a:r>
          </a:p>
        </p:txBody>
      </p:sp>
      <p:sp>
        <p:nvSpPr>
          <p:cNvPr id="4" name="s17-heading-0">
            <a:extLst xmlns:a="http://schemas.openxmlformats.org/drawingml/2006/main">
              <a:ext uri="{FF2B5EF4-FFF2-40B4-BE49-F238E27FC236}">
                <a16:creationId xmlns:a16="http://schemas.microsoft.com/office/drawing/2014/main" id="{01E1963C-8589-4EE1-81C5-DFC5C39C0596}"/>
              </a:ext>
            </a:extLst>
          </p:cNvPr>
          <p:cNvSpPr>
            <a:spLocks xmlns:a="http://schemas.openxmlformats.org/drawingml/2006/main" noGrp="1"/>
          </p:cNvSpPr>
          <p:nvPr/>
        </p:nvSpPr>
        <p:spPr>
          <a:xfrm xmlns:a="http://schemas.openxmlformats.org/drawingml/2006/main">
            <a:off x="1704975" y="2114550"/>
            <a:ext cx="4181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F7FAFC"/>
                </a:solidFill>
                <a:latin typeface="Noto Sans"/>
                <a:ea typeface="Noto Sans"/>
                <a:cs typeface="Noto Sans"/>
              </a:defRPr>
            </a:defPPr>
          </a:lstStyle>
          <a:p xmlns:a="http://schemas.openxmlformats.org/drawingml/2006/main">
            <a:pPr algn="l">
              <a:lnSpc>
                <a:spcPct val="112000"/>
              </a:lnSpc>
              <a:buNone/>
              <a:defRPr sz="2250" b="1">
                <a:solidFill>
                  <a:srgbClr val="F7FAFC"/>
                </a:solidFill>
                <a:latin typeface="Noto Sans"/>
                <a:ea typeface="Noto Sans"/>
                <a:cs typeface="Noto Sans"/>
              </a:defRPr>
            </a:pPr>
            <a:r>
              <a:rPr sz="2250" b="1">
                <a:solidFill>
                  <a:srgbClr val="F7FAFC"/>
                </a:solidFill>
                <a:latin typeface="Noto Sans"/>
                <a:ea typeface="Noto Sans"/>
                <a:cs typeface="Noto Sans"/>
              </a:rPr>
              <a:t>Kỳ thi vào lớp 10</a:t>
            </a:r>
          </a:p>
        </p:txBody>
      </p:sp>
      <p:sp>
        <p:nvSpPr>
          <p:cNvPr id="5" name="s17-detail-0">
            <a:extLst xmlns:a="http://schemas.openxmlformats.org/drawingml/2006/main">
              <a:ext uri="{FF2B5EF4-FFF2-40B4-BE49-F238E27FC236}">
                <a16:creationId xmlns:a16="http://schemas.microsoft.com/office/drawing/2014/main" id="{D4752B1A-0BC1-45B9-BEC9-E579DCBBAD41}"/>
              </a:ext>
            </a:extLst>
          </p:cNvPr>
          <p:cNvSpPr>
            <a:spLocks xmlns:a="http://schemas.openxmlformats.org/drawingml/2006/main" noGrp="1"/>
          </p:cNvSpPr>
          <p:nvPr/>
        </p:nvSpPr>
        <p:spPr>
          <a:xfrm xmlns:a="http://schemas.openxmlformats.org/drawingml/2006/main">
            <a:off x="1704975" y="2819400"/>
            <a:ext cx="41814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B7C8D8"/>
                </a:solidFill>
                <a:latin typeface="Noto Sans"/>
                <a:ea typeface="Noto Sans"/>
                <a:cs typeface="Noto Sans"/>
              </a:defRPr>
            </a:defPPr>
          </a:lstStyle>
          <a:p xmlns:a="http://schemas.openxmlformats.org/drawingml/2006/main">
            <a:pPr algn="l">
              <a:lnSpc>
                <a:spcPct val="112000"/>
              </a:lnSpc>
              <a:buNone/>
              <a:defRPr sz="1875" b="0">
                <a:solidFill>
                  <a:srgbClr val="B7C8D8"/>
                </a:solidFill>
                <a:latin typeface="Noto Sans"/>
                <a:ea typeface="Noto Sans"/>
                <a:cs typeface="Noto Sans"/>
              </a:defRPr>
            </a:pPr>
            <a:r>
              <a:rPr sz="1875" b="0">
                <a:solidFill>
                  <a:srgbClr val="B7C8D8"/>
                </a:solidFill>
                <a:latin typeface="Noto Sans"/>
                <a:ea typeface="Noto Sans"/>
                <a:cs typeface="Noto Sans"/>
              </a:rPr>
              <a:t>Củng cố kiến thức</a:t>
            </a:r>
          </a:p>
          <a:p xmlns:a="http://schemas.openxmlformats.org/drawingml/2006/main">
            <a:pPr algn="l">
              <a:lnSpc>
                <a:spcPct val="112000"/>
              </a:lnSpc>
              <a:buNone/>
              <a:defRPr sz="1875" b="0">
                <a:solidFill>
                  <a:srgbClr val="B7C8D8"/>
                </a:solidFill>
                <a:latin typeface="Noto Sans"/>
                <a:ea typeface="Noto Sans"/>
                <a:cs typeface="Noto Sans"/>
              </a:defRPr>
            </a:pPr>
            <a:r>
              <a:rPr sz="1875" b="0">
                <a:solidFill>
                  <a:srgbClr val="B7C8D8"/>
                </a:solidFill>
                <a:latin typeface="Noto Sans"/>
                <a:ea typeface="Noto Sans"/>
                <a:cs typeface="Noto Sans"/>
              </a:rPr>
              <a:t>và làm bài cẩn thận.</a:t>
            </a:r>
          </a:p>
        </p:txBody>
      </p:sp>
      <p:sp>
        <p:nvSpPr>
          <p:cNvPr id="6" name="s17-index-1">
            <a:extLst xmlns:a="http://schemas.openxmlformats.org/drawingml/2006/main">
              <a:ext uri="{FF2B5EF4-FFF2-40B4-BE49-F238E27FC236}">
                <a16:creationId xmlns:a16="http://schemas.microsoft.com/office/drawing/2014/main" id="{9E2504A9-B330-48F6-B523-9A09B3D9A345}"/>
              </a:ext>
            </a:extLst>
          </p:cNvPr>
          <p:cNvSpPr>
            <a:spLocks xmlns:a="http://schemas.openxmlformats.org/drawingml/2006/main" noGrp="1"/>
          </p:cNvSpPr>
          <p:nvPr/>
        </p:nvSpPr>
        <p:spPr>
          <a:xfrm xmlns:a="http://schemas.openxmlformats.org/drawingml/2006/main">
            <a:off x="6305550" y="2095500"/>
            <a:ext cx="847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a:solidFill>
                  <a:srgbClr val="F2B84B"/>
                </a:solidFill>
                <a:latin typeface="Noto Sans"/>
                <a:ea typeface="Noto Sans"/>
                <a:cs typeface="Noto Sans"/>
              </a:defRPr>
            </a:defPPr>
          </a:lstStyle>
          <a:p xmlns:a="http://schemas.openxmlformats.org/drawingml/2006/main">
            <a:pPr algn="l">
              <a:lnSpc>
                <a:spcPct val="112000"/>
              </a:lnSpc>
              <a:buNone/>
              <a:defRPr sz="3150" b="1">
                <a:solidFill>
                  <a:srgbClr val="F2B84B"/>
                </a:solidFill>
                <a:latin typeface="Noto Sans"/>
                <a:ea typeface="Noto Sans"/>
                <a:cs typeface="Noto Sans"/>
              </a:defRPr>
            </a:pPr>
            <a:r>
              <a:rPr sz="3150" b="1">
                <a:solidFill>
                  <a:srgbClr val="F2B84B"/>
                </a:solidFill>
                <a:latin typeface="Noto Sans"/>
                <a:ea typeface="Noto Sans"/>
                <a:cs typeface="Noto Sans"/>
              </a:rPr>
              <a:t>02</a:t>
            </a:r>
          </a:p>
        </p:txBody>
      </p:sp>
      <p:sp>
        <p:nvSpPr>
          <p:cNvPr id="7" name="s17-heading-1">
            <a:extLst xmlns:a="http://schemas.openxmlformats.org/drawingml/2006/main">
              <a:ext uri="{FF2B5EF4-FFF2-40B4-BE49-F238E27FC236}">
                <a16:creationId xmlns:a16="http://schemas.microsoft.com/office/drawing/2014/main" id="{56475A5E-AE2D-4F51-9C49-FAE11209104C}"/>
              </a:ext>
            </a:extLst>
          </p:cNvPr>
          <p:cNvSpPr>
            <a:spLocks xmlns:a="http://schemas.openxmlformats.org/drawingml/2006/main" noGrp="1"/>
          </p:cNvSpPr>
          <p:nvPr/>
        </p:nvSpPr>
        <p:spPr>
          <a:xfrm xmlns:a="http://schemas.openxmlformats.org/drawingml/2006/main">
            <a:off x="7324725" y="2114550"/>
            <a:ext cx="4181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F7FAFC"/>
                </a:solidFill>
                <a:latin typeface="Noto Sans"/>
                <a:ea typeface="Noto Sans"/>
                <a:cs typeface="Noto Sans"/>
              </a:defRPr>
            </a:defPPr>
          </a:lstStyle>
          <a:p xmlns:a="http://schemas.openxmlformats.org/drawingml/2006/main">
            <a:pPr algn="l">
              <a:lnSpc>
                <a:spcPct val="112000"/>
              </a:lnSpc>
              <a:buNone/>
              <a:defRPr sz="2250" b="1">
                <a:solidFill>
                  <a:srgbClr val="F7FAFC"/>
                </a:solidFill>
                <a:latin typeface="Noto Sans"/>
                <a:ea typeface="Noto Sans"/>
                <a:cs typeface="Noto Sans"/>
              </a:defRPr>
            </a:pPr>
            <a:r>
              <a:rPr sz="2250" b="1">
                <a:solidFill>
                  <a:srgbClr val="F7FAFC"/>
                </a:solidFill>
                <a:latin typeface="Noto Sans"/>
                <a:ea typeface="Noto Sans"/>
                <a:cs typeface="Noto Sans"/>
              </a:rPr>
              <a:t>Nhịp học mới</a:t>
            </a:r>
          </a:p>
        </p:txBody>
      </p:sp>
      <p:sp>
        <p:nvSpPr>
          <p:cNvPr id="8" name="s17-detail-1">
            <a:extLst xmlns:a="http://schemas.openxmlformats.org/drawingml/2006/main">
              <a:ext uri="{FF2B5EF4-FFF2-40B4-BE49-F238E27FC236}">
                <a16:creationId xmlns:a16="http://schemas.microsoft.com/office/drawing/2014/main" id="{C26F48F6-B5C3-4065-B7CE-A1264B80E812}"/>
              </a:ext>
            </a:extLst>
          </p:cNvPr>
          <p:cNvSpPr>
            <a:spLocks xmlns:a="http://schemas.openxmlformats.org/drawingml/2006/main" noGrp="1"/>
          </p:cNvSpPr>
          <p:nvPr/>
        </p:nvSpPr>
        <p:spPr>
          <a:xfrm xmlns:a="http://schemas.openxmlformats.org/drawingml/2006/main">
            <a:off x="7324725" y="2819400"/>
            <a:ext cx="41814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B7C8D8"/>
                </a:solidFill>
                <a:latin typeface="Noto Sans"/>
                <a:ea typeface="Noto Sans"/>
                <a:cs typeface="Noto Sans"/>
              </a:defRPr>
            </a:defPPr>
          </a:lstStyle>
          <a:p xmlns:a="http://schemas.openxmlformats.org/drawingml/2006/main">
            <a:pPr algn="l">
              <a:lnSpc>
                <a:spcPct val="112000"/>
              </a:lnSpc>
              <a:buNone/>
              <a:defRPr sz="1875" b="0">
                <a:solidFill>
                  <a:srgbClr val="B7C8D8"/>
                </a:solidFill>
                <a:latin typeface="Noto Sans"/>
                <a:ea typeface="Noto Sans"/>
                <a:cs typeface="Noto Sans"/>
              </a:defRPr>
            </a:pPr>
            <a:r>
              <a:rPr sz="1875" b="0">
                <a:solidFill>
                  <a:srgbClr val="B7C8D8"/>
                </a:solidFill>
                <a:latin typeface="Noto Sans"/>
                <a:ea typeface="Noto Sans"/>
                <a:cs typeface="Noto Sans"/>
              </a:rPr>
              <a:t>Chủ động hơn khi bài học khó hơn.</a:t>
            </a:r>
          </a:p>
        </p:txBody>
      </p:sp>
      <p:sp>
        <p:nvSpPr>
          <p:cNvPr id="9" name="s17-index-2">
            <a:extLst xmlns:a="http://schemas.openxmlformats.org/drawingml/2006/main">
              <a:ext uri="{FF2B5EF4-FFF2-40B4-BE49-F238E27FC236}">
                <a16:creationId xmlns:a16="http://schemas.microsoft.com/office/drawing/2014/main" id="{FD717112-AA71-4E0B-AB8C-82C16B7B281D}"/>
              </a:ext>
            </a:extLst>
          </p:cNvPr>
          <p:cNvSpPr>
            <a:spLocks xmlns:a="http://schemas.openxmlformats.org/drawingml/2006/main" noGrp="1"/>
          </p:cNvSpPr>
          <p:nvPr/>
        </p:nvSpPr>
        <p:spPr>
          <a:xfrm xmlns:a="http://schemas.openxmlformats.org/drawingml/2006/main">
            <a:off x="685800" y="4229100"/>
            <a:ext cx="847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a:solidFill>
                  <a:srgbClr val="F2B84B"/>
                </a:solidFill>
                <a:latin typeface="Noto Sans"/>
                <a:ea typeface="Noto Sans"/>
                <a:cs typeface="Noto Sans"/>
              </a:defRPr>
            </a:defPPr>
          </a:lstStyle>
          <a:p xmlns:a="http://schemas.openxmlformats.org/drawingml/2006/main">
            <a:pPr algn="l">
              <a:lnSpc>
                <a:spcPct val="112000"/>
              </a:lnSpc>
              <a:buNone/>
              <a:defRPr sz="3150" b="1">
                <a:solidFill>
                  <a:srgbClr val="F2B84B"/>
                </a:solidFill>
                <a:latin typeface="Noto Sans"/>
                <a:ea typeface="Noto Sans"/>
                <a:cs typeface="Noto Sans"/>
              </a:defRPr>
            </a:pPr>
            <a:r>
              <a:rPr sz="3150" b="1">
                <a:solidFill>
                  <a:srgbClr val="F2B84B"/>
                </a:solidFill>
                <a:latin typeface="Noto Sans"/>
                <a:ea typeface="Noto Sans"/>
                <a:cs typeface="Noto Sans"/>
              </a:rPr>
              <a:t>03</a:t>
            </a:r>
          </a:p>
        </p:txBody>
      </p:sp>
      <p:sp>
        <p:nvSpPr>
          <p:cNvPr id="10" name="s17-heading-2">
            <a:extLst xmlns:a="http://schemas.openxmlformats.org/drawingml/2006/main">
              <a:ext uri="{FF2B5EF4-FFF2-40B4-BE49-F238E27FC236}">
                <a16:creationId xmlns:a16="http://schemas.microsoft.com/office/drawing/2014/main" id="{97DCBBAD-2215-4675-B164-9457E893053D}"/>
              </a:ext>
            </a:extLst>
          </p:cNvPr>
          <p:cNvSpPr>
            <a:spLocks xmlns:a="http://schemas.openxmlformats.org/drawingml/2006/main" noGrp="1"/>
          </p:cNvSpPr>
          <p:nvPr/>
        </p:nvSpPr>
        <p:spPr>
          <a:xfrm xmlns:a="http://schemas.openxmlformats.org/drawingml/2006/main">
            <a:off x="1704975" y="4248150"/>
            <a:ext cx="4181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F7FAFC"/>
                </a:solidFill>
                <a:latin typeface="Noto Sans"/>
                <a:ea typeface="Noto Sans"/>
                <a:cs typeface="Noto Sans"/>
              </a:defRPr>
            </a:defPPr>
          </a:lstStyle>
          <a:p xmlns:a="http://schemas.openxmlformats.org/drawingml/2006/main">
            <a:pPr algn="l">
              <a:lnSpc>
                <a:spcPct val="112000"/>
              </a:lnSpc>
              <a:buNone/>
              <a:defRPr sz="2250" b="1">
                <a:solidFill>
                  <a:srgbClr val="F7FAFC"/>
                </a:solidFill>
                <a:latin typeface="Noto Sans"/>
                <a:ea typeface="Noto Sans"/>
                <a:cs typeface="Noto Sans"/>
              </a:defRPr>
            </a:pPr>
            <a:r>
              <a:rPr sz="2250" b="1">
                <a:solidFill>
                  <a:srgbClr val="F7FAFC"/>
                </a:solidFill>
                <a:latin typeface="Noto Sans"/>
                <a:ea typeface="Noto Sans"/>
                <a:cs typeface="Noto Sans"/>
              </a:rPr>
              <a:t>Quản lý thời gian</a:t>
            </a:r>
          </a:p>
        </p:txBody>
      </p:sp>
      <p:sp>
        <p:nvSpPr>
          <p:cNvPr id="11" name="s17-detail-2">
            <a:extLst xmlns:a="http://schemas.openxmlformats.org/drawingml/2006/main">
              <a:ext uri="{FF2B5EF4-FFF2-40B4-BE49-F238E27FC236}">
                <a16:creationId xmlns:a16="http://schemas.microsoft.com/office/drawing/2014/main" id="{7FC4BA5E-8D60-4A60-894A-9AD47DA1F1CA}"/>
              </a:ext>
            </a:extLst>
          </p:cNvPr>
          <p:cNvSpPr>
            <a:spLocks xmlns:a="http://schemas.openxmlformats.org/drawingml/2006/main" noGrp="1"/>
          </p:cNvSpPr>
          <p:nvPr/>
        </p:nvSpPr>
        <p:spPr>
          <a:xfrm xmlns:a="http://schemas.openxmlformats.org/drawingml/2006/main">
            <a:off x="1704975" y="4953000"/>
            <a:ext cx="41814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B7C8D8"/>
                </a:solidFill>
                <a:latin typeface="Noto Sans"/>
                <a:ea typeface="Noto Sans"/>
                <a:cs typeface="Noto Sans"/>
              </a:defRPr>
            </a:defPPr>
          </a:lstStyle>
          <a:p xmlns:a="http://schemas.openxmlformats.org/drawingml/2006/main">
            <a:pPr algn="l">
              <a:lnSpc>
                <a:spcPct val="112000"/>
              </a:lnSpc>
              <a:buNone/>
              <a:defRPr sz="1875" b="0">
                <a:solidFill>
                  <a:srgbClr val="B7C8D8"/>
                </a:solidFill>
                <a:latin typeface="Noto Sans"/>
                <a:ea typeface="Noto Sans"/>
                <a:cs typeface="Noto Sans"/>
              </a:defRPr>
            </a:pPr>
            <a:r>
              <a:rPr sz="1875" b="0">
                <a:solidFill>
                  <a:srgbClr val="B7C8D8"/>
                </a:solidFill>
                <a:latin typeface="Noto Sans"/>
                <a:ea typeface="Noto Sans"/>
                <a:cs typeface="Noto Sans"/>
              </a:rPr>
              <a:t>Giữ việc học đều cùng thời gian nghỉ.</a:t>
            </a:r>
          </a:p>
        </p:txBody>
      </p:sp>
      <p:sp>
        <p:nvSpPr>
          <p:cNvPr id="12" name="s17-index-3">
            <a:extLst xmlns:a="http://schemas.openxmlformats.org/drawingml/2006/main">
              <a:ext uri="{FF2B5EF4-FFF2-40B4-BE49-F238E27FC236}">
                <a16:creationId xmlns:a16="http://schemas.microsoft.com/office/drawing/2014/main" id="{E49496ED-0909-4F1D-BD24-F9DDA85B3181}"/>
              </a:ext>
            </a:extLst>
          </p:cNvPr>
          <p:cNvSpPr>
            <a:spLocks xmlns:a="http://schemas.openxmlformats.org/drawingml/2006/main" noGrp="1"/>
          </p:cNvSpPr>
          <p:nvPr/>
        </p:nvSpPr>
        <p:spPr>
          <a:xfrm xmlns:a="http://schemas.openxmlformats.org/drawingml/2006/main">
            <a:off x="6305550" y="4229100"/>
            <a:ext cx="847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a:solidFill>
                  <a:srgbClr val="F2B84B"/>
                </a:solidFill>
                <a:latin typeface="Noto Sans"/>
                <a:ea typeface="Noto Sans"/>
                <a:cs typeface="Noto Sans"/>
              </a:defRPr>
            </a:defPPr>
          </a:lstStyle>
          <a:p xmlns:a="http://schemas.openxmlformats.org/drawingml/2006/main">
            <a:pPr algn="l">
              <a:lnSpc>
                <a:spcPct val="112000"/>
              </a:lnSpc>
              <a:buNone/>
              <a:defRPr sz="3150" b="1">
                <a:solidFill>
                  <a:srgbClr val="F2B84B"/>
                </a:solidFill>
                <a:latin typeface="Noto Sans"/>
                <a:ea typeface="Noto Sans"/>
                <a:cs typeface="Noto Sans"/>
              </a:defRPr>
            </a:pPr>
            <a:r>
              <a:rPr sz="3150" b="1">
                <a:solidFill>
                  <a:srgbClr val="F2B84B"/>
                </a:solidFill>
                <a:latin typeface="Noto Sans"/>
                <a:ea typeface="Noto Sans"/>
                <a:cs typeface="Noto Sans"/>
              </a:rPr>
              <a:t>04</a:t>
            </a:r>
          </a:p>
        </p:txBody>
      </p:sp>
      <p:sp>
        <p:nvSpPr>
          <p:cNvPr id="13" name="s17-heading-3">
            <a:extLst xmlns:a="http://schemas.openxmlformats.org/drawingml/2006/main">
              <a:ext uri="{FF2B5EF4-FFF2-40B4-BE49-F238E27FC236}">
                <a16:creationId xmlns:a16="http://schemas.microsoft.com/office/drawing/2014/main" id="{0A707338-D176-4D3D-A734-4F4ED1656408}"/>
              </a:ext>
            </a:extLst>
          </p:cNvPr>
          <p:cNvSpPr>
            <a:spLocks xmlns:a="http://schemas.openxmlformats.org/drawingml/2006/main" noGrp="1"/>
          </p:cNvSpPr>
          <p:nvPr/>
        </p:nvSpPr>
        <p:spPr>
          <a:xfrm xmlns:a="http://schemas.openxmlformats.org/drawingml/2006/main">
            <a:off x="7324725" y="4248150"/>
            <a:ext cx="4181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F7FAFC"/>
                </a:solidFill>
                <a:latin typeface="Noto Sans"/>
                <a:ea typeface="Noto Sans"/>
                <a:cs typeface="Noto Sans"/>
              </a:defRPr>
            </a:defPPr>
          </a:lstStyle>
          <a:p xmlns:a="http://schemas.openxmlformats.org/drawingml/2006/main">
            <a:pPr algn="l">
              <a:lnSpc>
                <a:spcPct val="112000"/>
              </a:lnSpc>
              <a:buNone/>
              <a:defRPr sz="2250" b="1">
                <a:solidFill>
                  <a:srgbClr val="F7FAFC"/>
                </a:solidFill>
                <a:latin typeface="Noto Sans"/>
                <a:ea typeface="Noto Sans"/>
                <a:cs typeface="Noto Sans"/>
              </a:defRPr>
            </a:pPr>
            <a:r>
              <a:rPr sz="2250" b="1">
                <a:solidFill>
                  <a:srgbClr val="F7FAFC"/>
                </a:solidFill>
                <a:latin typeface="Noto Sans"/>
                <a:ea typeface="Noto Sans"/>
                <a:cs typeface="Noto Sans"/>
              </a:rPr>
              <a:t>Phát triển môn Tin</a:t>
            </a:r>
          </a:p>
        </p:txBody>
      </p:sp>
      <p:sp>
        <p:nvSpPr>
          <p:cNvPr id="14" name="s17-detail-3">
            <a:extLst xmlns:a="http://schemas.openxmlformats.org/drawingml/2006/main">
              <a:ext uri="{FF2B5EF4-FFF2-40B4-BE49-F238E27FC236}">
                <a16:creationId xmlns:a16="http://schemas.microsoft.com/office/drawing/2014/main" id="{B9BDEED3-28B9-4DFE-ACC9-DEB75E0E480E}"/>
              </a:ext>
            </a:extLst>
          </p:cNvPr>
          <p:cNvSpPr>
            <a:spLocks xmlns:a="http://schemas.openxmlformats.org/drawingml/2006/main" noGrp="1"/>
          </p:cNvSpPr>
          <p:nvPr/>
        </p:nvSpPr>
        <p:spPr>
          <a:xfrm xmlns:a="http://schemas.openxmlformats.org/drawingml/2006/main">
            <a:off x="7324725" y="4953000"/>
            <a:ext cx="41814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B7C8D8"/>
                </a:solidFill>
                <a:latin typeface="Noto Sans"/>
                <a:ea typeface="Noto Sans"/>
                <a:cs typeface="Noto Sans"/>
              </a:defRPr>
            </a:defPPr>
          </a:lstStyle>
          <a:p xmlns:a="http://schemas.openxmlformats.org/drawingml/2006/main">
            <a:pPr algn="l">
              <a:lnSpc>
                <a:spcPct val="112000"/>
              </a:lnSpc>
              <a:buNone/>
              <a:defRPr sz="1875" b="0">
                <a:solidFill>
                  <a:srgbClr val="B7C8D8"/>
                </a:solidFill>
                <a:latin typeface="Noto Sans"/>
                <a:ea typeface="Noto Sans"/>
                <a:cs typeface="Noto Sans"/>
              </a:defRPr>
            </a:pPr>
            <a:r>
              <a:rPr sz="1875" b="0">
                <a:solidFill>
                  <a:srgbClr val="B7C8D8"/>
                </a:solidFill>
                <a:latin typeface="Noto Sans"/>
                <a:ea typeface="Noto Sans"/>
                <a:cs typeface="Noto Sans"/>
              </a:rPr>
              <a:t>Luyện cách nghĩ, tìm lỗi</a:t>
            </a:r>
          </a:p>
          <a:p xmlns:a="http://schemas.openxmlformats.org/drawingml/2006/main">
            <a:pPr algn="l">
              <a:lnSpc>
                <a:spcPct val="112000"/>
              </a:lnSpc>
              <a:buNone/>
              <a:defRPr sz="1875" b="0">
                <a:solidFill>
                  <a:srgbClr val="B7C8D8"/>
                </a:solidFill>
                <a:latin typeface="Noto Sans"/>
                <a:ea typeface="Noto Sans"/>
                <a:cs typeface="Noto Sans"/>
              </a:defRPr>
            </a:pPr>
            <a:r>
              <a:rPr sz="1875" b="0">
                <a:solidFill>
                  <a:srgbClr val="B7C8D8"/>
                </a:solidFill>
                <a:latin typeface="Noto Sans"/>
                <a:ea typeface="Noto Sans"/>
                <a:cs typeface="Noto Sans"/>
              </a:rPr>
              <a:t>và giải thích.</a:t>
            </a:r>
          </a:p>
        </p:txBody>
      </p:sp>
      <p:sp>
        <p:nvSpPr>
          <p:cNvPr id="15" name="s17-journey-0">
            <a:extLst xmlns:a="http://schemas.openxmlformats.org/drawingml/2006/main">
              <a:ext uri="{FF2B5EF4-FFF2-40B4-BE49-F238E27FC236}">
                <a16:creationId xmlns:a16="http://schemas.microsoft.com/office/drawing/2014/main" id="{1417A307-1931-4304-B7C9-F0058516D8E2}"/>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16" name="s17-journey-text-0">
            <a:extLst xmlns:a="http://schemas.openxmlformats.org/drawingml/2006/main">
              <a:ext uri="{FF2B5EF4-FFF2-40B4-BE49-F238E27FC236}">
                <a16:creationId xmlns:a16="http://schemas.microsoft.com/office/drawing/2014/main" id="{5C56AB51-96DD-447A-871B-755883F9C155}"/>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Xuất phát</a:t>
            </a:r>
          </a:p>
        </p:txBody>
      </p:sp>
      <p:sp>
        <p:nvSpPr>
          <p:cNvPr id="17" name="s17-journey-1">
            <a:extLst xmlns:a="http://schemas.openxmlformats.org/drawingml/2006/main">
              <a:ext uri="{FF2B5EF4-FFF2-40B4-BE49-F238E27FC236}">
                <a16:creationId xmlns:a16="http://schemas.microsoft.com/office/drawing/2014/main" id="{64FB6752-9DEB-4061-9A5D-B27E79147921}"/>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18" name="s17-journey-text-1">
            <a:extLst xmlns:a="http://schemas.openxmlformats.org/drawingml/2006/main">
              <a:ext uri="{FF2B5EF4-FFF2-40B4-BE49-F238E27FC236}">
                <a16:creationId xmlns:a16="http://schemas.microsoft.com/office/drawing/2014/main" id="{CEC421A4-2A5B-4292-9F71-22F3FD39A825}"/>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Tìm hiểu</a:t>
            </a:r>
          </a:p>
        </p:txBody>
      </p:sp>
      <p:sp>
        <p:nvSpPr>
          <p:cNvPr id="19" name="s17-journey-2">
            <a:extLst xmlns:a="http://schemas.openxmlformats.org/drawingml/2006/main">
              <a:ext uri="{FF2B5EF4-FFF2-40B4-BE49-F238E27FC236}">
                <a16:creationId xmlns:a16="http://schemas.microsoft.com/office/drawing/2014/main" id="{0BD5079E-327E-4EE6-BD16-302CCFC0EB3D}"/>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20" name="s17-journey-text-2">
            <a:extLst xmlns:a="http://schemas.openxmlformats.org/drawingml/2006/main">
              <a:ext uri="{FF2B5EF4-FFF2-40B4-BE49-F238E27FC236}">
                <a16:creationId xmlns:a16="http://schemas.microsoft.com/office/drawing/2014/main" id="{A47AF714-6BB6-4FD4-87DE-6B24AA9B076D}"/>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Hình dung</a:t>
            </a:r>
          </a:p>
        </p:txBody>
      </p:sp>
      <p:sp>
        <p:nvSpPr>
          <p:cNvPr id="21" name="s17-journey-3">
            <a:extLst xmlns:a="http://schemas.openxmlformats.org/drawingml/2006/main">
              <a:ext uri="{FF2B5EF4-FFF2-40B4-BE49-F238E27FC236}">
                <a16:creationId xmlns:a16="http://schemas.microsoft.com/office/drawing/2014/main" id="{0277CFBD-5E0B-41B4-A73A-E458BE458815}"/>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2" name="s17-journey-text-3">
            <a:extLst xmlns:a="http://schemas.openxmlformats.org/drawingml/2006/main">
              <a:ext uri="{FF2B5EF4-FFF2-40B4-BE49-F238E27FC236}">
                <a16:creationId xmlns:a16="http://schemas.microsoft.com/office/drawing/2014/main" id="{6A6CED23-77A5-441C-8A34-85338E340896}"/>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F2B84B"/>
                </a:solidFill>
                <a:latin typeface="Noto Sans"/>
                <a:ea typeface="Noto Sans"/>
                <a:cs typeface="Noto Sans"/>
              </a:defRPr>
            </a:defPPr>
          </a:lstStyle>
          <a:p xmlns:a="http://schemas.openxmlformats.org/drawingml/2006/main">
            <a:pPr algn="l">
              <a:lnSpc>
                <a:spcPct val="112000"/>
              </a:lnSpc>
              <a:buNone/>
              <a:defRPr sz="1013" b="1">
                <a:solidFill>
                  <a:srgbClr val="F2B84B"/>
                </a:solidFill>
                <a:latin typeface="Noto Sans"/>
                <a:ea typeface="Noto Sans"/>
                <a:cs typeface="Noto Sans"/>
              </a:defRPr>
            </a:pPr>
            <a:r>
              <a:rPr sz="1013" b="1">
                <a:solidFill>
                  <a:srgbClr val="F2B84B"/>
                </a:solidFill>
                <a:latin typeface="Noto Sans"/>
                <a:ea typeface="Noto Sans"/>
                <a:cs typeface="Noto Sans"/>
              </a:rPr>
              <a:t>Chuẩn bị</a:t>
            </a:r>
          </a:p>
        </p:txBody>
      </p:sp>
      <p:sp>
        <p:nvSpPr>
          <p:cNvPr id="23" name="s17-source">
            <a:extLst xmlns:a="http://schemas.openxmlformats.org/drawingml/2006/main">
              <a:ext uri="{FF2B5EF4-FFF2-40B4-BE49-F238E27FC236}">
                <a16:creationId xmlns:a16="http://schemas.microsoft.com/office/drawing/2014/main" id="{851892A5-F3DA-41F1-98AA-8A1818E1762F}"/>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B7C8D8"/>
                </a:solidFill>
                <a:latin typeface="Noto Sans"/>
                <a:ea typeface="Noto Sans"/>
                <a:cs typeface="Noto Sans"/>
              </a:defRPr>
            </a:defPPr>
          </a:lstStyle>
          <a:p xmlns:a="http://schemas.openxmlformats.org/drawingml/2006/main">
            <a:pPr algn="r">
              <a:lnSpc>
                <a:spcPct val="112000"/>
              </a:lnSpc>
              <a:buNone/>
              <a:defRPr sz="1050" b="0">
                <a:solidFill>
                  <a:srgbClr val="B7C8D8"/>
                </a:solidFill>
                <a:latin typeface="Noto Sans"/>
                <a:ea typeface="Noto Sans"/>
                <a:cs typeface="Noto Sans"/>
              </a:defRPr>
            </a:pPr>
            <a:r>
              <a:rPr sz="1050" b="0">
                <a:solidFill>
                  <a:srgbClr val="B7C8D8"/>
                </a:solidFill>
                <a:latin typeface="Noto Sans"/>
                <a:ea typeface="Noto Sans"/>
                <a:cs typeface="Noto Sans"/>
              </a:rPr>
              <a:t>Những thử thách em dự đoán</a:t>
            </a:r>
          </a:p>
        </p:txBody>
      </p:sp>
      <p:sp>
        <p:nvSpPr>
          <p:cNvPr id="24" name="s17-page">
            <a:extLst xmlns:a="http://schemas.openxmlformats.org/drawingml/2006/main">
              <a:ext uri="{FF2B5EF4-FFF2-40B4-BE49-F238E27FC236}">
                <a16:creationId xmlns:a16="http://schemas.microsoft.com/office/drawing/2014/main" id="{BB38062C-F97F-4659-8558-0DC3D5B7AF13}"/>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F2B84B"/>
                </a:solidFill>
                <a:latin typeface="Noto Sans"/>
                <a:ea typeface="Noto Sans"/>
                <a:cs typeface="Noto Sans"/>
              </a:defRPr>
            </a:defPPr>
          </a:lstStyle>
          <a:p xmlns:a="http://schemas.openxmlformats.org/drawingml/2006/main">
            <a:pPr algn="r">
              <a:lnSpc>
                <a:spcPct val="112000"/>
              </a:lnSpc>
              <a:buNone/>
              <a:defRPr sz="1200" b="1">
                <a:solidFill>
                  <a:srgbClr val="F2B84B"/>
                </a:solidFill>
                <a:latin typeface="Noto Sans"/>
                <a:ea typeface="Noto Sans"/>
                <a:cs typeface="Noto Sans"/>
              </a:defRPr>
            </a:pPr>
            <a:r>
              <a:rPr sz="1200" b="1">
                <a:solidFill>
                  <a:srgbClr val="F2B84B"/>
                </a:solidFill>
                <a:latin typeface="Noto Sans"/>
                <a:ea typeface="Noto Sans"/>
                <a:cs typeface="Noto Sans"/>
              </a:rPr>
              <a:t>17</a:t>
            </a:r>
          </a:p>
        </p:txBody>
      </p:sp>
    </p:spTree>
    <p:extLst>
      <p:ext uri="{BB962C8B-B14F-4D97-AF65-F5344CB8AC3E}">
        <p14:creationId val="1483644617"/>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400" fill="hold">
                      <p:stCondLst>
                        <p:cond delay="0"/>
                      </p:stCondLst>
                      <p:childTnLst>
                        <p:par>
                          <p:cTn id="4" dur="240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fill="hold"/>
                                        <p:tgtEl>
                                          <p:spTgt spid="3"/>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fill="hold"/>
                                        <p:tgtEl>
                                          <p:spTgt spid="4"/>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fill="hold"/>
                                        <p:tgtEl>
                                          <p:spTgt spid="5"/>
                                        </p:tgtEl>
                                      </p:cBhvr>
                                    </p:animEffect>
                                  </p:childTnLst>
                                </p:cTn>
                              </p:par>
                              <p:par>
                                <p:cTn id="14" presetID="10" presetClass="entr" dur="600" fill="hold" grpId="0" nodeType="withEffect" presetSubtype="0">
                                  <p:stCondLst>
                                    <p:cond delay="7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fill="hold"/>
                                        <p:tgtEl>
                                          <p:spTgt spid="6"/>
                                        </p:tgtEl>
                                      </p:cBhvr>
                                    </p:animEffect>
                                  </p:childTnLst>
                                </p:cTn>
                              </p:par>
                              <p:par>
                                <p:cTn id="17" presetID="10" presetClass="entr" dur="600" fill="hold" grpId="0" nodeType="withEffect" presetSubtype="0">
                                  <p:stCondLst>
                                    <p:cond delay="7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fill="hold"/>
                                        <p:tgtEl>
                                          <p:spTgt spid="7"/>
                                        </p:tgtEl>
                                      </p:cBhvr>
                                    </p:animEffect>
                                  </p:childTnLst>
                                </p:cTn>
                              </p:par>
                              <p:par>
                                <p:cTn id="20" presetID="10" presetClass="entr" dur="600" fill="hold" grpId="0" nodeType="withEffect" presetSubtype="0">
                                  <p:stCondLst>
                                    <p:cond delay="7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fill="hold"/>
                                        <p:tgtEl>
                                          <p:spTgt spid="8"/>
                                        </p:tgtEl>
                                      </p:cBhvr>
                                    </p:animEffect>
                                  </p:childTnLst>
                                </p:cTn>
                              </p:par>
                              <p:par>
                                <p:cTn id="23" presetID="10" presetClass="entr" dur="600" fill="hold" grpId="0" nodeType="withEffect" presetSubtype="0">
                                  <p:stCondLst>
                                    <p:cond delay="1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fill="hold"/>
                                        <p:tgtEl>
                                          <p:spTgt spid="9"/>
                                        </p:tgtEl>
                                      </p:cBhvr>
                                    </p:animEffect>
                                  </p:childTnLst>
                                </p:cTn>
                              </p:par>
                              <p:par>
                                <p:cTn id="26" presetID="10" presetClass="entr" dur="600" fill="hold" grpId="0" nodeType="withEffect" presetSubtype="0">
                                  <p:stCondLst>
                                    <p:cond delay="12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fill="hold"/>
                                        <p:tgtEl>
                                          <p:spTgt spid="10"/>
                                        </p:tgtEl>
                                      </p:cBhvr>
                                    </p:animEffect>
                                  </p:childTnLst>
                                </p:cTn>
                              </p:par>
                              <p:par>
                                <p:cTn id="29" presetID="10" presetClass="entr" dur="600" fill="hold" grpId="0" nodeType="withEffect" presetSubtype="0">
                                  <p:stCondLst>
                                    <p:cond delay="12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fill="hold"/>
                                        <p:tgtEl>
                                          <p:spTgt spid="11"/>
                                        </p:tgtEl>
                                      </p:cBhvr>
                                    </p:animEffect>
                                  </p:childTnLst>
                                </p:cTn>
                              </p:par>
                              <p:par>
                                <p:cTn id="32" presetID="10" presetClass="entr" dur="600" fill="hold" grpId="0" nodeType="withEffect" presetSubtype="0">
                                  <p:stCondLst>
                                    <p:cond delay="18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fill="hold"/>
                                        <p:tgtEl>
                                          <p:spTgt spid="12"/>
                                        </p:tgtEl>
                                      </p:cBhvr>
                                    </p:animEffect>
                                  </p:childTnLst>
                                </p:cTn>
                              </p:par>
                              <p:par>
                                <p:cTn id="35" presetID="10" presetClass="entr" dur="600" fill="hold" grpId="0" nodeType="withEffect" presetSubtype="0">
                                  <p:stCondLst>
                                    <p:cond delay="18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fill="hold"/>
                                        <p:tgtEl>
                                          <p:spTgt spid="13"/>
                                        </p:tgtEl>
                                      </p:cBhvr>
                                    </p:animEffect>
                                  </p:childTnLst>
                                </p:cTn>
                              </p:par>
                              <p:par>
                                <p:cTn id="38" presetID="10" presetClass="entr" dur="600" fill="hold" grpId="0" nodeType="withEffect" presetSubtype="0">
                                  <p:stCondLst>
                                    <p:cond delay="180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600" fill="hold"/>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4" grpId="0" build="allAtOnce" animBg="1"/>
      <p:bldP spid="5" grpId="0" build="allAtOnce" animBg="1"/>
      <p:bldP spid="6" grpId="0" build="allAtOnce" animBg="1"/>
      <p:bldP spid="7" grpId="0" build="allAtOnce" animBg="1"/>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Lst>
  </p:timing>
</p:sld>
</file>

<file path=ppt/slides/slide18.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7" name="s18-header-rule">
            <a:extLst xmlns:a="http://schemas.openxmlformats.org/drawingml/2006/main">
              <a:ext uri="{FF2B5EF4-FFF2-40B4-BE49-F238E27FC236}">
                <a16:creationId xmlns:a16="http://schemas.microsoft.com/office/drawing/2014/main" id="{B16D7EC2-EF01-4F42-9603-751E9EEA5EA6}"/>
              </a:ext>
            </a:extLst>
          </p:cNvPr>
          <p:cNvSpPr>
            <a:spLocks xmlns:a="http://schemas.openxmlformats.org/drawingml/2006/main" noGrp="1"/>
          </p:cNvSpPr>
          <p:nvPr/>
        </p:nvSpPr>
        <p:spPr>
          <a:xfrm xmlns:a="http://schemas.openxmlformats.org/drawingml/2006/main">
            <a:off x="685800" y="514350"/>
            <a:ext cx="590550" cy="381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18-title">
            <a:extLst xmlns:a="http://schemas.openxmlformats.org/drawingml/2006/main">
              <a:ext uri="{FF2B5EF4-FFF2-40B4-BE49-F238E27FC236}">
                <a16:creationId xmlns:a16="http://schemas.microsoft.com/office/drawing/2014/main" id="{5F8F9A7B-EEB4-4514-830C-083C0B879ACD}"/>
              </a:ext>
            </a:extLst>
          </p:cNvPr>
          <p:cNvSpPr>
            <a:spLocks xmlns:a="http://schemas.openxmlformats.org/drawingml/2006/main" noGrp="1"/>
          </p:cNvSpPr>
          <p:nvPr/>
        </p:nvSpPr>
        <p:spPr>
          <a:xfrm xmlns:a="http://schemas.openxmlformats.org/drawingml/2006/main">
            <a:off x="685800" y="78105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a:solidFill>
                  <a:srgbClr val="102A43"/>
                </a:solidFill>
                <a:latin typeface="Noto Sans"/>
                <a:ea typeface="Noto Sans"/>
                <a:cs typeface="Noto Sans"/>
              </a:defRPr>
            </a:defPPr>
          </a:lstStyle>
          <a:p xmlns:a="http://schemas.openxmlformats.org/drawingml/2006/main">
            <a:pPr algn="l">
              <a:lnSpc>
                <a:spcPct val="112000"/>
              </a:lnSpc>
              <a:buNone/>
              <a:defRPr sz="3300" b="1">
                <a:solidFill>
                  <a:srgbClr val="102A43"/>
                </a:solidFill>
                <a:latin typeface="Noto Sans"/>
                <a:ea typeface="Noto Sans"/>
                <a:cs typeface="Noto Sans"/>
              </a:defRPr>
            </a:pPr>
            <a:r>
              <a:rPr sz="3300" b="1">
                <a:solidFill>
                  <a:srgbClr val="102A43"/>
                </a:solidFill>
                <a:latin typeface="Noto Sans"/>
                <a:ea typeface="Noto Sans"/>
                <a:cs typeface="Noto Sans"/>
              </a:rPr>
              <a:t>Kế hoạch từ hôm nay</a:t>
            </a:r>
          </a:p>
        </p:txBody>
      </p:sp>
      <p:sp>
        <p:nvSpPr>
          <p:cNvPr id="3" name="s18-plan-line">
            <a:extLst xmlns:a="http://schemas.openxmlformats.org/drawingml/2006/main">
              <a:ext uri="{FF2B5EF4-FFF2-40B4-BE49-F238E27FC236}">
                <a16:creationId xmlns:a16="http://schemas.microsoft.com/office/drawing/2014/main" id="{9B924A3E-6061-4278-84B5-C82BC52334FA}"/>
              </a:ext>
            </a:extLst>
          </p:cNvPr>
          <p:cNvSpPr>
            <a:spLocks xmlns:a="http://schemas.openxmlformats.org/drawingml/2006/main" noGrp="1"/>
          </p:cNvSpPr>
          <p:nvPr/>
        </p:nvSpPr>
        <p:spPr>
          <a:xfrm xmlns:a="http://schemas.openxmlformats.org/drawingml/2006/main">
            <a:off x="838200" y="2114550"/>
            <a:ext cx="38100" cy="3552825"/>
          </a:xfrm>
          <a:prstGeom xmlns:a="http://schemas.openxmlformats.org/drawingml/2006/main" prst="rect">
            <a:avLst/>
          </a:prstGeom>
          <a:solidFill xmlns:a="http://schemas.openxmlformats.org/drawingml/2006/main">
            <a:srgbClr val="D4E0EA"/>
          </a:solidFill>
          <a:ln xmlns:a="http://schemas.openxmlformats.org/drawingml/2006/main" w="0">
            <a:noFill/>
            <a:prstDash val="solid"/>
          </a:ln>
        </p:spPr>
      </p:sp>
      <p:sp>
        <p:nvSpPr>
          <p:cNvPr id="4" name="s18-dot-0">
            <a:extLst xmlns:a="http://schemas.openxmlformats.org/drawingml/2006/main">
              <a:ext uri="{FF2B5EF4-FFF2-40B4-BE49-F238E27FC236}">
                <a16:creationId xmlns:a16="http://schemas.microsoft.com/office/drawing/2014/main" id="{DAE435B5-72AE-478B-9D02-C58604E56226}"/>
              </a:ext>
            </a:extLst>
          </p:cNvPr>
          <p:cNvSpPr>
            <a:spLocks xmlns:a="http://schemas.openxmlformats.org/drawingml/2006/main" noGrp="1"/>
          </p:cNvSpPr>
          <p:nvPr/>
        </p:nvSpPr>
        <p:spPr>
          <a:xfrm xmlns:a="http://schemas.openxmlformats.org/drawingml/2006/main">
            <a:off x="685800" y="2057400"/>
            <a:ext cx="323850" cy="3238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5" name="s18-num-0">
            <a:extLst xmlns:a="http://schemas.openxmlformats.org/drawingml/2006/main">
              <a:ext uri="{FF2B5EF4-FFF2-40B4-BE49-F238E27FC236}">
                <a16:creationId xmlns:a16="http://schemas.microsoft.com/office/drawing/2014/main" id="{016603A2-1BC2-4C62-8F48-FADC1D07FD4E}"/>
              </a:ext>
            </a:extLst>
          </p:cNvPr>
          <p:cNvSpPr>
            <a:spLocks xmlns:a="http://schemas.openxmlformats.org/drawingml/2006/main" noGrp="1"/>
          </p:cNvSpPr>
          <p:nvPr/>
        </p:nvSpPr>
        <p:spPr>
          <a:xfrm xmlns:a="http://schemas.openxmlformats.org/drawingml/2006/main">
            <a:off x="685800" y="2085975"/>
            <a:ext cx="323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7FAFC"/>
                </a:solidFill>
                <a:latin typeface="Noto Sans"/>
                <a:ea typeface="Noto Sans"/>
                <a:cs typeface="Noto Sans"/>
              </a:defRPr>
            </a:defPPr>
          </a:lstStyle>
          <a:p xmlns:a="http://schemas.openxmlformats.org/drawingml/2006/main">
            <a:pPr algn="ctr">
              <a:lnSpc>
                <a:spcPct val="112000"/>
              </a:lnSpc>
              <a:buNone/>
              <a:defRPr sz="1350" b="1">
                <a:solidFill>
                  <a:srgbClr val="F7FAFC"/>
                </a:solidFill>
                <a:latin typeface="Noto Sans"/>
                <a:ea typeface="Noto Sans"/>
                <a:cs typeface="Noto Sans"/>
              </a:defRPr>
            </a:pPr>
            <a:r>
              <a:rPr sz="1350" b="1">
                <a:solidFill>
                  <a:srgbClr val="F7FAFC"/>
                </a:solidFill>
                <a:latin typeface="Noto Sans"/>
                <a:ea typeface="Noto Sans"/>
                <a:cs typeface="Noto Sans"/>
              </a:rPr>
              <a:t>1</a:t>
            </a:r>
          </a:p>
        </p:txBody>
      </p:sp>
      <p:sp>
        <p:nvSpPr>
          <p:cNvPr id="6" name="s18-heading-0">
            <a:extLst xmlns:a="http://schemas.openxmlformats.org/drawingml/2006/main">
              <a:ext uri="{FF2B5EF4-FFF2-40B4-BE49-F238E27FC236}">
                <a16:creationId xmlns:a16="http://schemas.microsoft.com/office/drawing/2014/main" id="{0132F999-88E3-409D-AB30-08D7419DB3B7}"/>
              </a:ext>
            </a:extLst>
          </p:cNvPr>
          <p:cNvSpPr>
            <a:spLocks xmlns:a="http://schemas.openxmlformats.org/drawingml/2006/main" noGrp="1"/>
          </p:cNvSpPr>
          <p:nvPr/>
        </p:nvSpPr>
        <p:spPr>
          <a:xfrm xmlns:a="http://schemas.openxmlformats.org/drawingml/2006/main">
            <a:off x="1228725" y="2038350"/>
            <a:ext cx="68675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102A43"/>
                </a:solidFill>
                <a:latin typeface="Noto Sans"/>
                <a:ea typeface="Noto Sans"/>
                <a:cs typeface="Noto Sans"/>
              </a:defRPr>
            </a:defPPr>
          </a:lstStyle>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Củng cố Toán, Văn, Anh</a:t>
            </a:r>
          </a:p>
        </p:txBody>
      </p:sp>
      <p:sp>
        <p:nvSpPr>
          <p:cNvPr id="7" name="s18-detail-0">
            <a:extLst xmlns:a="http://schemas.openxmlformats.org/drawingml/2006/main">
              <a:ext uri="{FF2B5EF4-FFF2-40B4-BE49-F238E27FC236}">
                <a16:creationId xmlns:a16="http://schemas.microsoft.com/office/drawing/2014/main" id="{6F4E78CF-EC4B-440A-9AB7-503E34126B0B}"/>
              </a:ext>
            </a:extLst>
          </p:cNvPr>
          <p:cNvSpPr>
            <a:spLocks xmlns:a="http://schemas.openxmlformats.org/drawingml/2006/main" noGrp="1"/>
          </p:cNvSpPr>
          <p:nvPr/>
        </p:nvSpPr>
        <p:spPr>
          <a:xfrm xmlns:a="http://schemas.openxmlformats.org/drawingml/2006/main">
            <a:off x="1228725" y="2466975"/>
            <a:ext cx="6867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Làm bài đều, chữa phần còn yếu.</a:t>
            </a:r>
          </a:p>
        </p:txBody>
      </p:sp>
      <p:sp>
        <p:nvSpPr>
          <p:cNvPr id="8" name="s18-dot-1">
            <a:extLst xmlns:a="http://schemas.openxmlformats.org/drawingml/2006/main">
              <a:ext uri="{FF2B5EF4-FFF2-40B4-BE49-F238E27FC236}">
                <a16:creationId xmlns:a16="http://schemas.microsoft.com/office/drawing/2014/main" id="{2287F132-A82A-43F9-B030-D8BDA43664E8}"/>
              </a:ext>
            </a:extLst>
          </p:cNvPr>
          <p:cNvSpPr>
            <a:spLocks xmlns:a="http://schemas.openxmlformats.org/drawingml/2006/main" noGrp="1"/>
          </p:cNvSpPr>
          <p:nvPr/>
        </p:nvSpPr>
        <p:spPr>
          <a:xfrm xmlns:a="http://schemas.openxmlformats.org/drawingml/2006/main">
            <a:off x="685800" y="3028950"/>
            <a:ext cx="323850" cy="3238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9" name="s18-num-1">
            <a:extLst xmlns:a="http://schemas.openxmlformats.org/drawingml/2006/main">
              <a:ext uri="{FF2B5EF4-FFF2-40B4-BE49-F238E27FC236}">
                <a16:creationId xmlns:a16="http://schemas.microsoft.com/office/drawing/2014/main" id="{21077E49-E513-4A5B-B094-F3D03B16F1C1}"/>
              </a:ext>
            </a:extLst>
          </p:cNvPr>
          <p:cNvSpPr>
            <a:spLocks xmlns:a="http://schemas.openxmlformats.org/drawingml/2006/main" noGrp="1"/>
          </p:cNvSpPr>
          <p:nvPr/>
        </p:nvSpPr>
        <p:spPr>
          <a:xfrm xmlns:a="http://schemas.openxmlformats.org/drawingml/2006/main">
            <a:off x="685800" y="3057525"/>
            <a:ext cx="323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7FAFC"/>
                </a:solidFill>
                <a:latin typeface="Noto Sans"/>
                <a:ea typeface="Noto Sans"/>
                <a:cs typeface="Noto Sans"/>
              </a:defRPr>
            </a:defPPr>
          </a:lstStyle>
          <a:p xmlns:a="http://schemas.openxmlformats.org/drawingml/2006/main">
            <a:pPr algn="ctr">
              <a:lnSpc>
                <a:spcPct val="112000"/>
              </a:lnSpc>
              <a:buNone/>
              <a:defRPr sz="1350" b="1">
                <a:solidFill>
                  <a:srgbClr val="F7FAFC"/>
                </a:solidFill>
                <a:latin typeface="Noto Sans"/>
                <a:ea typeface="Noto Sans"/>
                <a:cs typeface="Noto Sans"/>
              </a:defRPr>
            </a:pPr>
            <a:r>
              <a:rPr sz="1350" b="1">
                <a:solidFill>
                  <a:srgbClr val="F7FAFC"/>
                </a:solidFill>
                <a:latin typeface="Noto Sans"/>
                <a:ea typeface="Noto Sans"/>
                <a:cs typeface="Noto Sans"/>
              </a:rPr>
              <a:t>2</a:t>
            </a:r>
          </a:p>
        </p:txBody>
      </p:sp>
      <p:sp>
        <p:nvSpPr>
          <p:cNvPr id="10" name="s18-heading-1">
            <a:extLst xmlns:a="http://schemas.openxmlformats.org/drawingml/2006/main">
              <a:ext uri="{FF2B5EF4-FFF2-40B4-BE49-F238E27FC236}">
                <a16:creationId xmlns:a16="http://schemas.microsoft.com/office/drawing/2014/main" id="{AC919F7A-F926-4120-9B55-B8134B958AEE}"/>
              </a:ext>
            </a:extLst>
          </p:cNvPr>
          <p:cNvSpPr>
            <a:spLocks xmlns:a="http://schemas.openxmlformats.org/drawingml/2006/main" noGrp="1"/>
          </p:cNvSpPr>
          <p:nvPr/>
        </p:nvSpPr>
        <p:spPr>
          <a:xfrm xmlns:a="http://schemas.openxmlformats.org/drawingml/2006/main">
            <a:off x="1228725" y="3009900"/>
            <a:ext cx="68675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102A43"/>
                </a:solidFill>
                <a:latin typeface="Noto Sans"/>
                <a:ea typeface="Noto Sans"/>
                <a:cs typeface="Noto Sans"/>
              </a:defRPr>
            </a:defPPr>
          </a:lstStyle>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Luyện Tin học</a:t>
            </a:r>
          </a:p>
        </p:txBody>
      </p:sp>
      <p:sp>
        <p:nvSpPr>
          <p:cNvPr id="11" name="s18-detail-1">
            <a:extLst xmlns:a="http://schemas.openxmlformats.org/drawingml/2006/main">
              <a:ext uri="{FF2B5EF4-FFF2-40B4-BE49-F238E27FC236}">
                <a16:creationId xmlns:a16="http://schemas.microsoft.com/office/drawing/2014/main" id="{45147993-9AD6-486E-A0FF-FFC4237E50A1}"/>
              </a:ext>
            </a:extLst>
          </p:cNvPr>
          <p:cNvSpPr>
            <a:spLocks xmlns:a="http://schemas.openxmlformats.org/drawingml/2006/main" noGrp="1"/>
          </p:cNvSpPr>
          <p:nvPr/>
        </p:nvSpPr>
        <p:spPr>
          <a:xfrm xmlns:a="http://schemas.openxmlformats.org/drawingml/2006/main">
            <a:off x="1228725" y="3438525"/>
            <a:ext cx="6867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Giải bài lập trình và ghi lại lỗi.</a:t>
            </a:r>
          </a:p>
        </p:txBody>
      </p:sp>
      <p:sp>
        <p:nvSpPr>
          <p:cNvPr id="12" name="s18-dot-2">
            <a:extLst xmlns:a="http://schemas.openxmlformats.org/drawingml/2006/main">
              <a:ext uri="{FF2B5EF4-FFF2-40B4-BE49-F238E27FC236}">
                <a16:creationId xmlns:a16="http://schemas.microsoft.com/office/drawing/2014/main" id="{590C21CA-7A01-4D89-86B7-A436E8217542}"/>
              </a:ext>
            </a:extLst>
          </p:cNvPr>
          <p:cNvSpPr>
            <a:spLocks xmlns:a="http://schemas.openxmlformats.org/drawingml/2006/main" noGrp="1"/>
          </p:cNvSpPr>
          <p:nvPr/>
        </p:nvSpPr>
        <p:spPr>
          <a:xfrm xmlns:a="http://schemas.openxmlformats.org/drawingml/2006/main">
            <a:off x="685800" y="4000500"/>
            <a:ext cx="323850" cy="3238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3" name="s18-num-2">
            <a:extLst xmlns:a="http://schemas.openxmlformats.org/drawingml/2006/main">
              <a:ext uri="{FF2B5EF4-FFF2-40B4-BE49-F238E27FC236}">
                <a16:creationId xmlns:a16="http://schemas.microsoft.com/office/drawing/2014/main" id="{FA62D34D-DA24-4343-AB17-305597149213}"/>
              </a:ext>
            </a:extLst>
          </p:cNvPr>
          <p:cNvSpPr>
            <a:spLocks xmlns:a="http://schemas.openxmlformats.org/drawingml/2006/main" noGrp="1"/>
          </p:cNvSpPr>
          <p:nvPr/>
        </p:nvSpPr>
        <p:spPr>
          <a:xfrm xmlns:a="http://schemas.openxmlformats.org/drawingml/2006/main">
            <a:off x="685800" y="4029075"/>
            <a:ext cx="323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7FAFC"/>
                </a:solidFill>
                <a:latin typeface="Noto Sans"/>
                <a:ea typeface="Noto Sans"/>
                <a:cs typeface="Noto Sans"/>
              </a:defRPr>
            </a:defPPr>
          </a:lstStyle>
          <a:p xmlns:a="http://schemas.openxmlformats.org/drawingml/2006/main">
            <a:pPr algn="ctr">
              <a:lnSpc>
                <a:spcPct val="112000"/>
              </a:lnSpc>
              <a:buNone/>
              <a:defRPr sz="1350" b="1">
                <a:solidFill>
                  <a:srgbClr val="F7FAFC"/>
                </a:solidFill>
                <a:latin typeface="Noto Sans"/>
                <a:ea typeface="Noto Sans"/>
                <a:cs typeface="Noto Sans"/>
              </a:defRPr>
            </a:pPr>
            <a:r>
              <a:rPr sz="1350" b="1">
                <a:solidFill>
                  <a:srgbClr val="F7FAFC"/>
                </a:solidFill>
                <a:latin typeface="Noto Sans"/>
                <a:ea typeface="Noto Sans"/>
                <a:cs typeface="Noto Sans"/>
              </a:rPr>
              <a:t>3</a:t>
            </a:r>
          </a:p>
        </p:txBody>
      </p:sp>
      <p:sp>
        <p:nvSpPr>
          <p:cNvPr id="14" name="s18-heading-2">
            <a:extLst xmlns:a="http://schemas.openxmlformats.org/drawingml/2006/main">
              <a:ext uri="{FF2B5EF4-FFF2-40B4-BE49-F238E27FC236}">
                <a16:creationId xmlns:a16="http://schemas.microsoft.com/office/drawing/2014/main" id="{1208F81B-D5F6-433E-813C-9E17D8341026}"/>
              </a:ext>
            </a:extLst>
          </p:cNvPr>
          <p:cNvSpPr>
            <a:spLocks xmlns:a="http://schemas.openxmlformats.org/drawingml/2006/main" noGrp="1"/>
          </p:cNvSpPr>
          <p:nvPr/>
        </p:nvSpPr>
        <p:spPr>
          <a:xfrm xmlns:a="http://schemas.openxmlformats.org/drawingml/2006/main">
            <a:off x="1228725" y="3981450"/>
            <a:ext cx="68675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102A43"/>
                </a:solidFill>
                <a:latin typeface="Noto Sans"/>
                <a:ea typeface="Noto Sans"/>
                <a:cs typeface="Noto Sans"/>
              </a:defRPr>
            </a:defPPr>
          </a:lstStyle>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Giữ nếp học</a:t>
            </a:r>
          </a:p>
        </p:txBody>
      </p:sp>
      <p:sp>
        <p:nvSpPr>
          <p:cNvPr id="15" name="s18-detail-2">
            <a:extLst xmlns:a="http://schemas.openxmlformats.org/drawingml/2006/main">
              <a:ext uri="{FF2B5EF4-FFF2-40B4-BE49-F238E27FC236}">
                <a16:creationId xmlns:a16="http://schemas.microsoft.com/office/drawing/2014/main" id="{35A14728-12F7-4FA3-BBB8-BF97242F0A73}"/>
              </a:ext>
            </a:extLst>
          </p:cNvPr>
          <p:cNvSpPr>
            <a:spLocks xmlns:a="http://schemas.openxmlformats.org/drawingml/2006/main" noGrp="1"/>
          </p:cNvSpPr>
          <p:nvPr/>
        </p:nvSpPr>
        <p:spPr>
          <a:xfrm xmlns:a="http://schemas.openxmlformats.org/drawingml/2006/main">
            <a:off x="1228725" y="4410075"/>
            <a:ext cx="6867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Xong bài trên lớp, giữ giấc ngủ.</a:t>
            </a:r>
          </a:p>
        </p:txBody>
      </p:sp>
      <p:sp>
        <p:nvSpPr>
          <p:cNvPr id="16" name="s18-dot-3">
            <a:extLst xmlns:a="http://schemas.openxmlformats.org/drawingml/2006/main">
              <a:ext uri="{FF2B5EF4-FFF2-40B4-BE49-F238E27FC236}">
                <a16:creationId xmlns:a16="http://schemas.microsoft.com/office/drawing/2014/main" id="{02C3A469-E9D6-4DA3-A4EF-A47BB6954D93}"/>
              </a:ext>
            </a:extLst>
          </p:cNvPr>
          <p:cNvSpPr>
            <a:spLocks xmlns:a="http://schemas.openxmlformats.org/drawingml/2006/main" noGrp="1"/>
          </p:cNvSpPr>
          <p:nvPr/>
        </p:nvSpPr>
        <p:spPr>
          <a:xfrm xmlns:a="http://schemas.openxmlformats.org/drawingml/2006/main">
            <a:off x="685800" y="4972050"/>
            <a:ext cx="323850" cy="32385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17" name="s18-num-3">
            <a:extLst xmlns:a="http://schemas.openxmlformats.org/drawingml/2006/main">
              <a:ext uri="{FF2B5EF4-FFF2-40B4-BE49-F238E27FC236}">
                <a16:creationId xmlns:a16="http://schemas.microsoft.com/office/drawing/2014/main" id="{77A29895-6AD8-4E3E-9FF8-6D7F0AA6E62B}"/>
              </a:ext>
            </a:extLst>
          </p:cNvPr>
          <p:cNvSpPr>
            <a:spLocks xmlns:a="http://schemas.openxmlformats.org/drawingml/2006/main" noGrp="1"/>
          </p:cNvSpPr>
          <p:nvPr/>
        </p:nvSpPr>
        <p:spPr>
          <a:xfrm xmlns:a="http://schemas.openxmlformats.org/drawingml/2006/main">
            <a:off x="685800" y="5000625"/>
            <a:ext cx="323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7FAFC"/>
                </a:solidFill>
                <a:latin typeface="Noto Sans"/>
                <a:ea typeface="Noto Sans"/>
                <a:cs typeface="Noto Sans"/>
              </a:defRPr>
            </a:defPPr>
          </a:lstStyle>
          <a:p xmlns:a="http://schemas.openxmlformats.org/drawingml/2006/main">
            <a:pPr algn="ctr">
              <a:lnSpc>
                <a:spcPct val="112000"/>
              </a:lnSpc>
              <a:buNone/>
              <a:defRPr sz="1350" b="1">
                <a:solidFill>
                  <a:srgbClr val="F7FAFC"/>
                </a:solidFill>
                <a:latin typeface="Noto Sans"/>
                <a:ea typeface="Noto Sans"/>
                <a:cs typeface="Noto Sans"/>
              </a:defRPr>
            </a:pPr>
            <a:r>
              <a:rPr sz="1350" b="1">
                <a:solidFill>
                  <a:srgbClr val="F7FAFC"/>
                </a:solidFill>
                <a:latin typeface="Noto Sans"/>
                <a:ea typeface="Noto Sans"/>
                <a:cs typeface="Noto Sans"/>
              </a:rPr>
              <a:t>4</a:t>
            </a:r>
          </a:p>
        </p:txBody>
      </p:sp>
      <p:sp>
        <p:nvSpPr>
          <p:cNvPr id="18" name="s18-heading-3">
            <a:extLst xmlns:a="http://schemas.openxmlformats.org/drawingml/2006/main">
              <a:ext uri="{FF2B5EF4-FFF2-40B4-BE49-F238E27FC236}">
                <a16:creationId xmlns:a16="http://schemas.microsoft.com/office/drawing/2014/main" id="{CBD3CA67-1DEB-4CC5-86B6-90CF5BC2B54C}"/>
              </a:ext>
            </a:extLst>
          </p:cNvPr>
          <p:cNvSpPr>
            <a:spLocks xmlns:a="http://schemas.openxmlformats.org/drawingml/2006/main" noGrp="1"/>
          </p:cNvSpPr>
          <p:nvPr/>
        </p:nvSpPr>
        <p:spPr>
          <a:xfrm xmlns:a="http://schemas.openxmlformats.org/drawingml/2006/main">
            <a:off x="1228725" y="4953000"/>
            <a:ext cx="68675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102A43"/>
                </a:solidFill>
                <a:latin typeface="Noto Sans"/>
                <a:ea typeface="Noto Sans"/>
                <a:cs typeface="Noto Sans"/>
              </a:defRPr>
            </a:defPPr>
          </a:lstStyle>
          <a:p xmlns:a="http://schemas.openxmlformats.org/drawingml/2006/main">
            <a:pPr algn="l">
              <a:lnSpc>
                <a:spcPct val="112000"/>
              </a:lnSpc>
              <a:buNone/>
              <a:defRPr sz="2025" b="1">
                <a:solidFill>
                  <a:srgbClr val="102A43"/>
                </a:solidFill>
                <a:latin typeface="Noto Sans"/>
                <a:ea typeface="Noto Sans"/>
                <a:cs typeface="Noto Sans"/>
              </a:defRPr>
            </a:pPr>
            <a:r>
              <a:rPr sz="2025" b="1">
                <a:solidFill>
                  <a:srgbClr val="102A43"/>
                </a:solidFill>
                <a:latin typeface="Noto Sans"/>
                <a:ea typeface="Noto Sans"/>
                <a:cs typeface="Noto Sans"/>
              </a:rPr>
              <a:t>Theo dõi tuyển sinh chính thức</a:t>
            </a:r>
          </a:p>
        </p:txBody>
      </p:sp>
      <p:sp>
        <p:nvSpPr>
          <p:cNvPr id="19" name="s18-detail-3">
            <a:extLst xmlns:a="http://schemas.openxmlformats.org/drawingml/2006/main">
              <a:ext uri="{FF2B5EF4-FFF2-40B4-BE49-F238E27FC236}">
                <a16:creationId xmlns:a16="http://schemas.microsoft.com/office/drawing/2014/main" id="{0BEAD393-695B-4250-B49F-19C9CA8C4A35}"/>
              </a:ext>
            </a:extLst>
          </p:cNvPr>
          <p:cNvSpPr>
            <a:spLocks xmlns:a="http://schemas.openxmlformats.org/drawingml/2006/main" noGrp="1"/>
          </p:cNvSpPr>
          <p:nvPr/>
        </p:nvSpPr>
        <p:spPr>
          <a:xfrm xmlns:a="http://schemas.openxmlformats.org/drawingml/2006/main">
            <a:off x="1228725" y="5381625"/>
            <a:ext cx="6867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63" b="0">
                <a:solidFill>
                  <a:srgbClr val="526B7B"/>
                </a:solidFill>
                <a:latin typeface="Noto Sans"/>
                <a:ea typeface="Noto Sans"/>
                <a:cs typeface="Noto Sans"/>
              </a:defRPr>
            </a:defPPr>
          </a:lstStyle>
          <a:p xmlns:a="http://schemas.openxmlformats.org/drawingml/2006/main">
            <a:pPr algn="l">
              <a:lnSpc>
                <a:spcPct val="112000"/>
              </a:lnSpc>
              <a:buNone/>
              <a:defRPr sz="1763" b="0">
                <a:solidFill>
                  <a:srgbClr val="526B7B"/>
                </a:solidFill>
                <a:latin typeface="Noto Sans"/>
                <a:ea typeface="Noto Sans"/>
                <a:cs typeface="Noto Sans"/>
              </a:defRPr>
            </a:pPr>
            <a:r>
              <a:rPr sz="1763" b="0">
                <a:solidFill>
                  <a:srgbClr val="526B7B"/>
                </a:solidFill>
                <a:latin typeface="Noto Sans"/>
                <a:ea typeface="Noto Sans"/>
                <a:cs typeface="Noto Sans"/>
              </a:rPr>
              <a:t>Đọc đúng thông báo năm học 2027–2028.</a:t>
            </a:r>
          </a:p>
        </p:txBody>
      </p:sp>
      <p:sp>
        <p:nvSpPr>
          <p:cNvPr id="20" name="s18-goal-panel">
            <a:extLst xmlns:a="http://schemas.openxmlformats.org/drawingml/2006/main">
              <a:ext uri="{FF2B5EF4-FFF2-40B4-BE49-F238E27FC236}">
                <a16:creationId xmlns:a16="http://schemas.microsoft.com/office/drawing/2014/main" id="{30015A89-8171-4F24-85C0-1D32F9A194B9}"/>
              </a:ext>
            </a:extLst>
          </p:cNvPr>
          <p:cNvSpPr>
            <a:spLocks xmlns:a="http://schemas.openxmlformats.org/drawingml/2006/main" noGrp="1"/>
          </p:cNvSpPr>
          <p:nvPr/>
        </p:nvSpPr>
        <p:spPr>
          <a:xfrm xmlns:a="http://schemas.openxmlformats.org/drawingml/2006/main">
            <a:off x="8601075" y="2028825"/>
            <a:ext cx="2905125" cy="3562350"/>
          </a:xfrm>
          <a:prstGeom xmlns:a="http://schemas.openxmlformats.org/drawingml/2006/main" prst="roundRect">
            <a:avLst>
              <a:gd name="adj" fmla="val 5902"/>
            </a:avLst>
          </a:prstGeom>
          <a:solidFill xmlns:a="http://schemas.openxmlformats.org/drawingml/2006/main">
            <a:srgbClr val="102A43"/>
          </a:solidFill>
          <a:ln xmlns:a="http://schemas.openxmlformats.org/drawingml/2006/main" w="0">
            <a:noFill/>
            <a:prstDash val="solid"/>
          </a:ln>
        </p:spPr>
      </p:sp>
      <p:sp>
        <p:nvSpPr>
          <p:cNvPr id="21" name="s18-goal-label">
            <a:extLst xmlns:a="http://schemas.openxmlformats.org/drawingml/2006/main">
              <a:ext uri="{FF2B5EF4-FFF2-40B4-BE49-F238E27FC236}">
                <a16:creationId xmlns:a16="http://schemas.microsoft.com/office/drawing/2014/main" id="{F942FF9F-AFEC-41EC-8E7F-07537BEE6D2C}"/>
              </a:ext>
            </a:extLst>
          </p:cNvPr>
          <p:cNvSpPr>
            <a:spLocks xmlns:a="http://schemas.openxmlformats.org/drawingml/2006/main" noGrp="1"/>
          </p:cNvSpPr>
          <p:nvPr/>
        </p:nvSpPr>
        <p:spPr>
          <a:xfrm xmlns:a="http://schemas.openxmlformats.org/drawingml/2006/main">
            <a:off x="8848725" y="2324100"/>
            <a:ext cx="2409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1">
                <a:solidFill>
                  <a:srgbClr val="F2B84B"/>
                </a:solidFill>
                <a:latin typeface="Noto Sans"/>
                <a:ea typeface="Noto Sans"/>
                <a:cs typeface="Noto Sans"/>
              </a:defRPr>
            </a:defPPr>
          </a:lstStyle>
          <a:p xmlns:a="http://schemas.openxmlformats.org/drawingml/2006/main">
            <a:pPr algn="l">
              <a:lnSpc>
                <a:spcPct val="112000"/>
              </a:lnSpc>
              <a:buNone/>
              <a:defRPr sz="1350" b="1">
                <a:solidFill>
                  <a:srgbClr val="F2B84B"/>
                </a:solidFill>
                <a:latin typeface="Noto Sans"/>
                <a:ea typeface="Noto Sans"/>
                <a:cs typeface="Noto Sans"/>
              </a:defRPr>
            </a:pPr>
            <a:r>
              <a:rPr sz="1350" b="1">
                <a:solidFill>
                  <a:srgbClr val="F2B84B"/>
                </a:solidFill>
                <a:latin typeface="Noto Sans"/>
                <a:ea typeface="Noto Sans"/>
                <a:cs typeface="Noto Sans"/>
              </a:rPr>
              <a:t>MỤC TIÊU CỦA EM</a:t>
            </a:r>
          </a:p>
        </p:txBody>
      </p:sp>
      <p:sp>
        <p:nvSpPr>
          <p:cNvPr id="22" name="s18-goal-year">
            <a:extLst xmlns:a="http://schemas.openxmlformats.org/drawingml/2006/main">
              <a:ext uri="{FF2B5EF4-FFF2-40B4-BE49-F238E27FC236}">
                <a16:creationId xmlns:a16="http://schemas.microsoft.com/office/drawing/2014/main" id="{08E8C5C3-CE4B-4671-A4E9-CDAFDAA02C29}"/>
              </a:ext>
            </a:extLst>
          </p:cNvPr>
          <p:cNvSpPr>
            <a:spLocks xmlns:a="http://schemas.openxmlformats.org/drawingml/2006/main" noGrp="1"/>
          </p:cNvSpPr>
          <p:nvPr/>
        </p:nvSpPr>
        <p:spPr>
          <a:xfrm xmlns:a="http://schemas.openxmlformats.org/drawingml/2006/main">
            <a:off x="8848725" y="2943225"/>
            <a:ext cx="24098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950" b="1">
                <a:solidFill>
                  <a:srgbClr val="F7FAFC"/>
                </a:solidFill>
                <a:latin typeface="Noto Sans"/>
                <a:ea typeface="Noto Sans"/>
                <a:cs typeface="Noto Sans"/>
              </a:defRPr>
            </a:defPPr>
          </a:lstStyle>
          <a:p xmlns:a="http://schemas.openxmlformats.org/drawingml/2006/main">
            <a:pPr algn="l">
              <a:lnSpc>
                <a:spcPct val="112000"/>
              </a:lnSpc>
              <a:buNone/>
              <a:defRPr sz="4950" b="1">
                <a:solidFill>
                  <a:srgbClr val="F7FAFC"/>
                </a:solidFill>
                <a:latin typeface="Noto Sans"/>
                <a:ea typeface="Noto Sans"/>
                <a:cs typeface="Noto Sans"/>
              </a:defRPr>
            </a:pPr>
            <a:r>
              <a:rPr sz="4950" b="1">
                <a:solidFill>
                  <a:srgbClr val="F7FAFC"/>
                </a:solidFill>
                <a:latin typeface="Noto Sans"/>
                <a:ea typeface="Noto Sans"/>
                <a:cs typeface="Noto Sans"/>
              </a:rPr>
              <a:t>2027</a:t>
            </a:r>
          </a:p>
        </p:txBody>
      </p:sp>
      <p:sp>
        <p:nvSpPr>
          <p:cNvPr id="23" name="!!goal-commit">
            <a:extLst xmlns:a="http://schemas.openxmlformats.org/drawingml/2006/main">
              <a:ext uri="{FF2B5EF4-FFF2-40B4-BE49-F238E27FC236}">
                <a16:creationId xmlns:a16="http://schemas.microsoft.com/office/drawing/2014/main" id="{3FCC9832-040A-4E85-8EF2-67DF89CBB8CC}"/>
              </a:ext>
            </a:extLst>
          </p:cNvPr>
          <p:cNvSpPr>
            <a:spLocks xmlns:a="http://schemas.openxmlformats.org/drawingml/2006/main" noGrp="1"/>
          </p:cNvSpPr>
          <p:nvPr/>
        </p:nvSpPr>
        <p:spPr>
          <a:xfrm xmlns:a="http://schemas.openxmlformats.org/drawingml/2006/main">
            <a:off x="8848725" y="4095750"/>
            <a:ext cx="24669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F7FAFC"/>
                </a:solidFill>
                <a:latin typeface="Noto Sans"/>
                <a:ea typeface="Noto Sans"/>
                <a:cs typeface="Noto Sans"/>
              </a:defRPr>
            </a:defPPr>
          </a:lstStyle>
          <a:p xmlns:a="http://schemas.openxmlformats.org/drawingml/2006/main">
            <a:pPr algn="l">
              <a:lnSpc>
                <a:spcPct val="112000"/>
              </a:lnSpc>
              <a:buNone/>
              <a:defRPr sz="1950" b="1">
                <a:solidFill>
                  <a:srgbClr val="F7FAFC"/>
                </a:solidFill>
                <a:latin typeface="Noto Sans"/>
                <a:ea typeface="Noto Sans"/>
                <a:cs typeface="Noto Sans"/>
              </a:defRPr>
            </a:pPr>
            <a:r>
              <a:rPr sz="1950" b="1">
                <a:solidFill>
                  <a:srgbClr val="F7FAFC"/>
                </a:solidFill>
                <a:latin typeface="Noto Sans"/>
                <a:ea typeface="Noto Sans"/>
                <a:cs typeface="Noto Sans"/>
              </a:rPr>
              <a:t>THPT XUÂN MAI</a:t>
            </a:r>
          </a:p>
        </p:txBody>
      </p:sp>
      <p:sp>
        <p:nvSpPr>
          <p:cNvPr id="24" name="!!goal-underline">
            <a:extLst xmlns:a="http://schemas.openxmlformats.org/drawingml/2006/main">
              <a:ext uri="{FF2B5EF4-FFF2-40B4-BE49-F238E27FC236}">
                <a16:creationId xmlns:a16="http://schemas.microsoft.com/office/drawing/2014/main" id="{951D28B7-540F-4778-B5AF-032595349B85}"/>
              </a:ext>
            </a:extLst>
          </p:cNvPr>
          <p:cNvSpPr>
            <a:spLocks xmlns:a="http://schemas.openxmlformats.org/drawingml/2006/main" noGrp="1"/>
          </p:cNvSpPr>
          <p:nvPr/>
        </p:nvSpPr>
        <p:spPr>
          <a:xfrm xmlns:a="http://schemas.openxmlformats.org/drawingml/2006/main">
            <a:off x="8848725" y="4724400"/>
            <a:ext cx="161925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5" name="s18-goal-reflection">
            <a:extLst xmlns:a="http://schemas.openxmlformats.org/drawingml/2006/main">
              <a:ext uri="{FF2B5EF4-FFF2-40B4-BE49-F238E27FC236}">
                <a16:creationId xmlns:a16="http://schemas.microsoft.com/office/drawing/2014/main" id="{64E47D6D-DD7B-4317-908B-313ADFF0E93F}"/>
              </a:ext>
            </a:extLst>
          </p:cNvPr>
          <p:cNvSpPr>
            <a:spLocks xmlns:a="http://schemas.openxmlformats.org/drawingml/2006/main" noGrp="1"/>
          </p:cNvSpPr>
          <p:nvPr/>
        </p:nvSpPr>
        <p:spPr>
          <a:xfrm xmlns:a="http://schemas.openxmlformats.org/drawingml/2006/main">
            <a:off x="8848725" y="5048250"/>
            <a:ext cx="2409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B7C8D8"/>
                </a:solidFill>
                <a:latin typeface="Noto Sans"/>
                <a:ea typeface="Noto Sans"/>
                <a:cs typeface="Noto Sans"/>
              </a:defRPr>
            </a:defPPr>
          </a:lstStyle>
          <a:p xmlns:a="http://schemas.openxmlformats.org/drawingml/2006/main">
            <a:pPr algn="l">
              <a:lnSpc>
                <a:spcPct val="112000"/>
              </a:lnSpc>
              <a:buNone/>
              <a:defRPr sz="1725" b="0">
                <a:solidFill>
                  <a:srgbClr val="B7C8D8"/>
                </a:solidFill>
                <a:latin typeface="Noto Sans"/>
                <a:ea typeface="Noto Sans"/>
                <a:cs typeface="Noto Sans"/>
              </a:defRPr>
            </a:pPr>
            <a:r>
              <a:rPr sz="1725" b="0">
                <a:solidFill>
                  <a:srgbClr val="B7C8D8"/>
                </a:solidFill>
                <a:latin typeface="Noto Sans"/>
                <a:ea typeface="Noto Sans"/>
                <a:cs typeface="Noto Sans"/>
              </a:rPr>
              <a:t>Chuẩn bị từng ngày</a:t>
            </a:r>
          </a:p>
        </p:txBody>
      </p:sp>
      <p:sp>
        <p:nvSpPr>
          <p:cNvPr id="26" name="s18-year-caveat">
            <a:extLst xmlns:a="http://schemas.openxmlformats.org/drawingml/2006/main">
              <a:ext uri="{FF2B5EF4-FFF2-40B4-BE49-F238E27FC236}">
                <a16:creationId xmlns:a16="http://schemas.microsoft.com/office/drawing/2014/main" id="{1B85DCC4-70B0-4B4F-923D-930520396415}"/>
              </a:ext>
            </a:extLst>
          </p:cNvPr>
          <p:cNvSpPr>
            <a:spLocks xmlns:a="http://schemas.openxmlformats.org/drawingml/2006/main" noGrp="1"/>
          </p:cNvSpPr>
          <p:nvPr/>
        </p:nvSpPr>
        <p:spPr>
          <a:xfrm xmlns:a="http://schemas.openxmlformats.org/drawingml/2006/main">
            <a:off x="685800" y="5886450"/>
            <a:ext cx="10820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a:solidFill>
                  <a:srgbClr val="526B7B"/>
                </a:solidFill>
                <a:latin typeface="Noto Sans"/>
                <a:ea typeface="Noto Sans"/>
                <a:cs typeface="Noto Sans"/>
              </a:defRPr>
            </a:defPPr>
          </a:lstStyle>
          <a:p xmlns:a="http://schemas.openxmlformats.org/drawingml/2006/main">
            <a:pPr algn="l">
              <a:lnSpc>
                <a:spcPct val="112000"/>
              </a:lnSpc>
              <a:buNone/>
              <a:defRPr sz="1275" b="0">
                <a:solidFill>
                  <a:srgbClr val="526B7B"/>
                </a:solidFill>
                <a:latin typeface="Noto Sans"/>
                <a:ea typeface="Noto Sans"/>
                <a:cs typeface="Noto Sans"/>
              </a:defRPr>
            </a:pPr>
            <a:r>
              <a:rPr sz="1275" b="0">
                <a:solidFill>
                  <a:srgbClr val="526B7B"/>
                </a:solidFill>
                <a:latin typeface="Noto Sans"/>
                <a:ea typeface="Noto Sans"/>
                <a:cs typeface="Noto Sans"/>
              </a:rPr>
              <a:t>Thông tin tuyển sinh 2026–2027 chỉ để tham khảo, em theo dõi thông báo đúng năm thi.</a:t>
            </a:r>
          </a:p>
        </p:txBody>
      </p:sp>
      <p:sp>
        <p:nvSpPr>
          <p:cNvPr id="27" name="s18-journey-0">
            <a:extLst xmlns:a="http://schemas.openxmlformats.org/drawingml/2006/main">
              <a:ext uri="{FF2B5EF4-FFF2-40B4-BE49-F238E27FC236}">
                <a16:creationId xmlns:a16="http://schemas.microsoft.com/office/drawing/2014/main" id="{CF656674-98F4-45E8-BBC2-19728626536D}"/>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28" name="s18-journey-text-0">
            <a:extLst xmlns:a="http://schemas.openxmlformats.org/drawingml/2006/main">
              <a:ext uri="{FF2B5EF4-FFF2-40B4-BE49-F238E27FC236}">
                <a16:creationId xmlns:a16="http://schemas.microsoft.com/office/drawing/2014/main" id="{AFB3377C-13F8-4567-8310-296F62D53ABE}"/>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Xuất phát</a:t>
            </a:r>
          </a:p>
        </p:txBody>
      </p:sp>
      <p:sp>
        <p:nvSpPr>
          <p:cNvPr id="29" name="s18-journey-1">
            <a:extLst xmlns:a="http://schemas.openxmlformats.org/drawingml/2006/main">
              <a:ext uri="{FF2B5EF4-FFF2-40B4-BE49-F238E27FC236}">
                <a16:creationId xmlns:a16="http://schemas.microsoft.com/office/drawing/2014/main" id="{8EF24D5C-A516-466B-A3F8-96FA6D0E184C}"/>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30" name="s18-journey-text-1">
            <a:extLst xmlns:a="http://schemas.openxmlformats.org/drawingml/2006/main">
              <a:ext uri="{FF2B5EF4-FFF2-40B4-BE49-F238E27FC236}">
                <a16:creationId xmlns:a16="http://schemas.microsoft.com/office/drawing/2014/main" id="{FB7D92D0-4D5B-46B2-B4B2-C6AE6B6C9D93}"/>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Tìm hiểu</a:t>
            </a:r>
          </a:p>
        </p:txBody>
      </p:sp>
      <p:sp>
        <p:nvSpPr>
          <p:cNvPr id="31" name="s18-journey-2">
            <a:extLst xmlns:a="http://schemas.openxmlformats.org/drawingml/2006/main">
              <a:ext uri="{FF2B5EF4-FFF2-40B4-BE49-F238E27FC236}">
                <a16:creationId xmlns:a16="http://schemas.microsoft.com/office/drawing/2014/main" id="{8C82F9FB-4D5F-48E1-B720-7A3B30FE4E6A}"/>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526B7B"/>
          </a:solidFill>
          <a:ln xmlns:a="http://schemas.openxmlformats.org/drawingml/2006/main" w="0">
            <a:noFill/>
            <a:prstDash val="solid"/>
          </a:ln>
        </p:spPr>
      </p:sp>
      <p:sp>
        <p:nvSpPr>
          <p:cNvPr id="32" name="s18-journey-text-2">
            <a:extLst xmlns:a="http://schemas.openxmlformats.org/drawingml/2006/main">
              <a:ext uri="{FF2B5EF4-FFF2-40B4-BE49-F238E27FC236}">
                <a16:creationId xmlns:a16="http://schemas.microsoft.com/office/drawing/2014/main" id="{F393F611-5F5C-4BC8-86F6-0C65313782EC}"/>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526B7B"/>
                </a:solidFill>
                <a:latin typeface="Noto Sans"/>
                <a:ea typeface="Noto Sans"/>
                <a:cs typeface="Noto Sans"/>
              </a:defRPr>
            </a:defPPr>
          </a:lstStyle>
          <a:p xmlns:a="http://schemas.openxmlformats.org/drawingml/2006/main">
            <a:pPr algn="l">
              <a:lnSpc>
                <a:spcPct val="112000"/>
              </a:lnSpc>
              <a:buNone/>
              <a:defRPr sz="1013" b="0">
                <a:solidFill>
                  <a:srgbClr val="526B7B"/>
                </a:solidFill>
                <a:latin typeface="Noto Sans"/>
                <a:ea typeface="Noto Sans"/>
                <a:cs typeface="Noto Sans"/>
              </a:defRPr>
            </a:pPr>
            <a:r>
              <a:rPr sz="1013" b="0">
                <a:solidFill>
                  <a:srgbClr val="526B7B"/>
                </a:solidFill>
                <a:latin typeface="Noto Sans"/>
                <a:ea typeface="Noto Sans"/>
                <a:cs typeface="Noto Sans"/>
              </a:rPr>
              <a:t>Hình dung</a:t>
            </a:r>
          </a:p>
        </p:txBody>
      </p:sp>
      <p:sp>
        <p:nvSpPr>
          <p:cNvPr id="33" name="s18-journey-3">
            <a:extLst xmlns:a="http://schemas.openxmlformats.org/drawingml/2006/main">
              <a:ext uri="{FF2B5EF4-FFF2-40B4-BE49-F238E27FC236}">
                <a16:creationId xmlns:a16="http://schemas.microsoft.com/office/drawing/2014/main" id="{B59A9F10-E8E7-4BA8-96CB-36B82D787E7A}"/>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34" name="s18-journey-text-3">
            <a:extLst xmlns:a="http://schemas.openxmlformats.org/drawingml/2006/main">
              <a:ext uri="{FF2B5EF4-FFF2-40B4-BE49-F238E27FC236}">
                <a16:creationId xmlns:a16="http://schemas.microsoft.com/office/drawing/2014/main" id="{400D33F8-B741-4D99-A7CB-4CFBDCE89418}"/>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2F80ED"/>
                </a:solidFill>
                <a:latin typeface="Noto Sans"/>
                <a:ea typeface="Noto Sans"/>
                <a:cs typeface="Noto Sans"/>
              </a:defRPr>
            </a:defPPr>
          </a:lstStyle>
          <a:p xmlns:a="http://schemas.openxmlformats.org/drawingml/2006/main">
            <a:pPr algn="l">
              <a:lnSpc>
                <a:spcPct val="112000"/>
              </a:lnSpc>
              <a:buNone/>
              <a:defRPr sz="1013" b="1">
                <a:solidFill>
                  <a:srgbClr val="2F80ED"/>
                </a:solidFill>
                <a:latin typeface="Noto Sans"/>
                <a:ea typeface="Noto Sans"/>
                <a:cs typeface="Noto Sans"/>
              </a:defRPr>
            </a:pPr>
            <a:r>
              <a:rPr sz="1013" b="1">
                <a:solidFill>
                  <a:srgbClr val="2F80ED"/>
                </a:solidFill>
                <a:latin typeface="Noto Sans"/>
                <a:ea typeface="Noto Sans"/>
                <a:cs typeface="Noto Sans"/>
              </a:rPr>
              <a:t>Chuẩn bị</a:t>
            </a:r>
          </a:p>
        </p:txBody>
      </p:sp>
      <p:sp>
        <p:nvSpPr>
          <p:cNvPr id="35" name="s18-source">
            <a:extLst xmlns:a="http://schemas.openxmlformats.org/drawingml/2006/main">
              <a:ext uri="{FF2B5EF4-FFF2-40B4-BE49-F238E27FC236}">
                <a16:creationId xmlns:a16="http://schemas.microsoft.com/office/drawing/2014/main" id="{B598497E-FF4C-43AD-A160-7330400D75D8}"/>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526B7B"/>
                </a:solidFill>
                <a:latin typeface="Noto Sans"/>
                <a:ea typeface="Noto Sans"/>
                <a:cs typeface="Noto Sans"/>
              </a:defRPr>
            </a:defPPr>
          </a:lstStyle>
          <a:p xmlns:a="http://schemas.openxmlformats.org/drawingml/2006/main">
            <a:pPr algn="r">
              <a:lnSpc>
                <a:spcPct val="112000"/>
              </a:lnSpc>
              <a:buNone/>
              <a:defRPr sz="1050" b="0">
                <a:solidFill>
                  <a:srgbClr val="526B7B"/>
                </a:solidFill>
                <a:latin typeface="Noto Sans"/>
                <a:ea typeface="Noto Sans"/>
                <a:cs typeface="Noto Sans"/>
              </a:defRPr>
            </a:pPr>
            <a:r>
              <a:rPr sz="1050" b="0">
                <a:solidFill>
                  <a:srgbClr val="526B7B"/>
                </a:solidFill>
                <a:latin typeface="Noto Sans"/>
                <a:ea typeface="Noto Sans"/>
                <a:cs typeface="Noto Sans"/>
              </a:rPr>
              <a:t>Kênh theo dõi: website trường và Sở GD&amp;ĐT Hà Nội</a:t>
            </a:r>
          </a:p>
        </p:txBody>
      </p:sp>
      <p:sp>
        <p:nvSpPr>
          <p:cNvPr id="36" name="s18-page">
            <a:extLst xmlns:a="http://schemas.openxmlformats.org/drawingml/2006/main">
              <a:ext uri="{FF2B5EF4-FFF2-40B4-BE49-F238E27FC236}">
                <a16:creationId xmlns:a16="http://schemas.microsoft.com/office/drawing/2014/main" id="{BA93798D-291A-4A17-B1AC-1CBF9BC5FAB5}"/>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2F80ED"/>
                </a:solidFill>
                <a:latin typeface="Noto Sans"/>
                <a:ea typeface="Noto Sans"/>
                <a:cs typeface="Noto Sans"/>
              </a:defRPr>
            </a:defPPr>
          </a:lstStyle>
          <a:p xmlns:a="http://schemas.openxmlformats.org/drawingml/2006/main">
            <a:pPr algn="r">
              <a:lnSpc>
                <a:spcPct val="112000"/>
              </a:lnSpc>
              <a:buNone/>
              <a:defRPr sz="1200" b="1">
                <a:solidFill>
                  <a:srgbClr val="2F80ED"/>
                </a:solidFill>
                <a:latin typeface="Noto Sans"/>
                <a:ea typeface="Noto Sans"/>
                <a:cs typeface="Noto Sans"/>
              </a:defRPr>
            </a:pPr>
            <a:r>
              <a:rPr sz="1200" b="1">
                <a:solidFill>
                  <a:srgbClr val="2F80ED"/>
                </a:solidFill>
                <a:latin typeface="Noto Sans"/>
                <a:ea typeface="Noto Sans"/>
                <a:cs typeface="Noto Sans"/>
              </a:rPr>
              <a:t>18</a:t>
            </a:r>
          </a:p>
        </p:txBody>
      </p:sp>
    </p:spTree>
    <p:extLst>
      <p:ext uri="{BB962C8B-B14F-4D97-AF65-F5344CB8AC3E}">
        <p14:creationId val="1433085176"/>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2550" fill="hold">
                      <p:stCondLst>
                        <p:cond delay="0"/>
                      </p:stCondLst>
                      <p:childTnLst>
                        <p:par>
                          <p:cTn id="4" dur="25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fill="hold"/>
                                        <p:tgtEl>
                                          <p:spTgt spid="4"/>
                                        </p:tgtEl>
                                      </p:cBhvr>
                                    </p:animEffect>
                                  </p:childTnLst>
                                </p:cTn>
                              </p:par>
                              <p:par>
                                <p:cTn id="8" presetID="10" presetClass="entr" dur="600" fill="hold" grpId="0" nodeType="withEffect" presetSubtype="0">
                                  <p:stCondLst>
                                    <p:cond delay="1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fill="hold"/>
                                        <p:tgtEl>
                                          <p:spTgt spid="5"/>
                                        </p:tgtEl>
                                      </p:cBhvr>
                                    </p:animEffect>
                                  </p:childTnLst>
                                </p:cTn>
                              </p:par>
                              <p:par>
                                <p:cTn id="11" presetID="10" presetClass="entr" dur="600" fill="hold" grpId="0" nodeType="withEffect" presetSubtype="0">
                                  <p:stCondLst>
                                    <p:cond delay="1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fill="hold"/>
                                        <p:tgtEl>
                                          <p:spTgt spid="6"/>
                                        </p:tgtEl>
                                      </p:cBhvr>
                                    </p:animEffect>
                                  </p:childTnLst>
                                </p:cTn>
                              </p:par>
                              <p:par>
                                <p:cTn id="14" presetID="10" presetClass="entr" dur="600" fill="hold" grpId="0" nodeType="withEffect" presetSubtype="0">
                                  <p:stCondLst>
                                    <p:cond delay="1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fill="hold"/>
                                        <p:tgtEl>
                                          <p:spTgt spid="7"/>
                                        </p:tgtEl>
                                      </p:cBhvr>
                                    </p:animEffect>
                                  </p:childTnLst>
                                </p:cTn>
                              </p:par>
                              <p:par>
                                <p:cTn id="17" presetID="22" presetClass="entr" dur="600" fill="hold" grpId="0" nodeType="withEffect">
                                  <p:stCondLst>
                                    <p:cond delay="750"/>
                                  </p:stCondLst>
                                  <p:childTnLst>
                                    <p:set>
                                      <p:cBhvr>
                                        <p:cTn id="18" dur="1" fill="hold">
                                          <p:stCondLst>
                                            <p:cond delay="0"/>
                                          </p:stCondLst>
                                        </p:cTn>
                                        <p:tgtEl>
                                          <p:spTgt spid="8"/>
                                        </p:tgtEl>
                                        <p:attrNameLst>
                                          <p:attrName>style.visibility</p:attrName>
                                        </p:attrNameLst>
                                      </p:cBhvr>
                                      <p:to>
                                        <p:strVal val="visible"/>
                                      </p:to>
                                    </p:set>
                                    <p:animEffect transition="in" filter="wipe(right)">
                                      <p:cBhvr>
                                        <p:cTn id="19" dur="600" fill="hold"/>
                                        <p:tgtEl>
                                          <p:spTgt spid="8"/>
                                        </p:tgtEl>
                                      </p:cBhvr>
                                    </p:animEffect>
                                  </p:childTnLst>
                                </p:cTn>
                              </p:par>
                              <p:par>
                                <p:cTn id="20" presetID="22" presetClass="entr" dur="600" fill="hold" grpId="0" nodeType="withEffect">
                                  <p:stCondLst>
                                    <p:cond delay="750"/>
                                  </p:stCondLst>
                                  <p:childTnLst>
                                    <p:set>
                                      <p:cBhvr>
                                        <p:cTn id="21" dur="1" fill="hold">
                                          <p:stCondLst>
                                            <p:cond delay="0"/>
                                          </p:stCondLst>
                                        </p:cTn>
                                        <p:tgtEl>
                                          <p:spTgt spid="9"/>
                                        </p:tgtEl>
                                        <p:attrNameLst>
                                          <p:attrName>style.visibility</p:attrName>
                                        </p:attrNameLst>
                                      </p:cBhvr>
                                      <p:to>
                                        <p:strVal val="visible"/>
                                      </p:to>
                                    </p:set>
                                    <p:animEffect transition="in" filter="wipe(right)">
                                      <p:cBhvr>
                                        <p:cTn id="22" dur="600" fill="hold"/>
                                        <p:tgtEl>
                                          <p:spTgt spid="9"/>
                                        </p:tgtEl>
                                      </p:cBhvr>
                                    </p:animEffect>
                                  </p:childTnLst>
                                </p:cTn>
                              </p:par>
                              <p:par>
                                <p:cTn id="23" presetID="22" presetClass="entr" dur="600"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600" fill="hold"/>
                                        <p:tgtEl>
                                          <p:spTgt spid="10"/>
                                        </p:tgtEl>
                                      </p:cBhvr>
                                    </p:animEffect>
                                  </p:childTnLst>
                                </p:cTn>
                              </p:par>
                              <p:par>
                                <p:cTn id="26" presetID="22" presetClass="entr" dur="600" fill="hold" grpId="0" nodeType="withEffect">
                                  <p:stCondLst>
                                    <p:cond delay="750"/>
                                  </p:stCondLst>
                                  <p:childTnLst>
                                    <p:set>
                                      <p:cBhvr>
                                        <p:cTn id="27" dur="1" fill="hold">
                                          <p:stCondLst>
                                            <p:cond delay="0"/>
                                          </p:stCondLst>
                                        </p:cTn>
                                        <p:tgtEl>
                                          <p:spTgt spid="11"/>
                                        </p:tgtEl>
                                        <p:attrNameLst>
                                          <p:attrName>style.visibility</p:attrName>
                                        </p:attrNameLst>
                                      </p:cBhvr>
                                      <p:to>
                                        <p:strVal val="visible"/>
                                      </p:to>
                                    </p:set>
                                    <p:animEffect transition="in" filter="wipe(right)">
                                      <p:cBhvr>
                                        <p:cTn id="28" dur="600" fill="hold"/>
                                        <p:tgtEl>
                                          <p:spTgt spid="11"/>
                                        </p:tgtEl>
                                      </p:cBhvr>
                                    </p:animEffect>
                                  </p:childTnLst>
                                </p:cTn>
                              </p:par>
                              <p:par>
                                <p:cTn id="29" presetID="10" presetClass="entr" dur="600" fill="hold" grpId="0" nodeType="withEffect" presetSubtype="0">
                                  <p:stCondLst>
                                    <p:cond delay="13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fill="hold"/>
                                        <p:tgtEl>
                                          <p:spTgt spid="12"/>
                                        </p:tgtEl>
                                      </p:cBhvr>
                                    </p:animEffect>
                                  </p:childTnLst>
                                </p:cTn>
                              </p:par>
                              <p:par>
                                <p:cTn id="32" presetID="10" presetClass="entr" dur="600" fill="hold" grpId="0" nodeType="withEffect" presetSubtype="0">
                                  <p:stCondLst>
                                    <p:cond delay="13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fill="hold"/>
                                        <p:tgtEl>
                                          <p:spTgt spid="13"/>
                                        </p:tgtEl>
                                      </p:cBhvr>
                                    </p:animEffect>
                                  </p:childTnLst>
                                </p:cTn>
                              </p:par>
                              <p:par>
                                <p:cTn id="35" presetID="10" presetClass="entr" dur="600" fill="hold" grpId="0" nodeType="withEffect" presetSubtype="0">
                                  <p:stCondLst>
                                    <p:cond delay="13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fill="hold"/>
                                        <p:tgtEl>
                                          <p:spTgt spid="14"/>
                                        </p:tgtEl>
                                      </p:cBhvr>
                                    </p:animEffect>
                                  </p:childTnLst>
                                </p:cTn>
                              </p:par>
                              <p:par>
                                <p:cTn id="38" presetID="10" presetClass="entr" dur="600" fill="hold" grpId="0" nodeType="withEffect" presetSubtype="0">
                                  <p:stCondLst>
                                    <p:cond delay="13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fill="hold"/>
                                        <p:tgtEl>
                                          <p:spTgt spid="15"/>
                                        </p:tgtEl>
                                      </p:cBhvr>
                                    </p:animEffect>
                                  </p:childTnLst>
                                </p:cTn>
                              </p:par>
                              <p:par>
                                <p:cTn id="41" presetID="22" presetClass="entr" dur="600" fill="hold" grpId="0" nodeType="withEffect">
                                  <p:stCondLst>
                                    <p:cond delay="1950"/>
                                  </p:stCondLst>
                                  <p:childTnLst>
                                    <p:set>
                                      <p:cBhvr>
                                        <p:cTn id="42" dur="1" fill="hold">
                                          <p:stCondLst>
                                            <p:cond delay="0"/>
                                          </p:stCondLst>
                                        </p:cTn>
                                        <p:tgtEl>
                                          <p:spTgt spid="16"/>
                                        </p:tgtEl>
                                        <p:attrNameLst>
                                          <p:attrName>style.visibility</p:attrName>
                                        </p:attrNameLst>
                                      </p:cBhvr>
                                      <p:to>
                                        <p:strVal val="visible"/>
                                      </p:to>
                                    </p:set>
                                    <p:animEffect transition="in" filter="wipe(right)">
                                      <p:cBhvr>
                                        <p:cTn id="43" dur="600" fill="hold"/>
                                        <p:tgtEl>
                                          <p:spTgt spid="16"/>
                                        </p:tgtEl>
                                      </p:cBhvr>
                                    </p:animEffect>
                                  </p:childTnLst>
                                </p:cTn>
                              </p:par>
                              <p:par>
                                <p:cTn id="44" presetID="22" presetClass="entr" dur="600" fill="hold" grpId="0" nodeType="withEffect">
                                  <p:stCondLst>
                                    <p:cond delay="1950"/>
                                  </p:stCondLst>
                                  <p:childTnLst>
                                    <p:set>
                                      <p:cBhvr>
                                        <p:cTn id="45" dur="1" fill="hold">
                                          <p:stCondLst>
                                            <p:cond delay="0"/>
                                          </p:stCondLst>
                                        </p:cTn>
                                        <p:tgtEl>
                                          <p:spTgt spid="17"/>
                                        </p:tgtEl>
                                        <p:attrNameLst>
                                          <p:attrName>style.visibility</p:attrName>
                                        </p:attrNameLst>
                                      </p:cBhvr>
                                      <p:to>
                                        <p:strVal val="visible"/>
                                      </p:to>
                                    </p:set>
                                    <p:animEffect transition="in" filter="wipe(right)">
                                      <p:cBhvr>
                                        <p:cTn id="46" dur="600" fill="hold"/>
                                        <p:tgtEl>
                                          <p:spTgt spid="17"/>
                                        </p:tgtEl>
                                      </p:cBhvr>
                                    </p:animEffect>
                                  </p:childTnLst>
                                </p:cTn>
                              </p:par>
                              <p:par>
                                <p:cTn id="47" presetID="22" presetClass="entr" dur="600" fill="hold" grpId="0" nodeType="withEffect">
                                  <p:stCondLst>
                                    <p:cond delay="1950"/>
                                  </p:stCondLst>
                                  <p:childTnLst>
                                    <p:set>
                                      <p:cBhvr>
                                        <p:cTn id="48" dur="1" fill="hold">
                                          <p:stCondLst>
                                            <p:cond delay="0"/>
                                          </p:stCondLst>
                                        </p:cTn>
                                        <p:tgtEl>
                                          <p:spTgt spid="18"/>
                                        </p:tgtEl>
                                        <p:attrNameLst>
                                          <p:attrName>style.visibility</p:attrName>
                                        </p:attrNameLst>
                                      </p:cBhvr>
                                      <p:to>
                                        <p:strVal val="visible"/>
                                      </p:to>
                                    </p:set>
                                    <p:animEffect transition="in" filter="wipe(right)">
                                      <p:cBhvr>
                                        <p:cTn id="49" dur="600" fill="hold"/>
                                        <p:tgtEl>
                                          <p:spTgt spid="18"/>
                                        </p:tgtEl>
                                      </p:cBhvr>
                                    </p:animEffect>
                                  </p:childTnLst>
                                </p:cTn>
                              </p:par>
                              <p:par>
                                <p:cTn id="50" presetID="22" presetClass="entr" dur="600" fill="hold" grpId="0" nodeType="withEffect">
                                  <p:stCondLst>
                                    <p:cond delay="1950"/>
                                  </p:stCondLst>
                                  <p:childTnLst>
                                    <p:set>
                                      <p:cBhvr>
                                        <p:cTn id="51" dur="1" fill="hold">
                                          <p:stCondLst>
                                            <p:cond delay="0"/>
                                          </p:stCondLst>
                                        </p:cTn>
                                        <p:tgtEl>
                                          <p:spTgt spid="19"/>
                                        </p:tgtEl>
                                        <p:attrNameLst>
                                          <p:attrName>style.visibility</p:attrName>
                                        </p:attrNameLst>
                                      </p:cBhvr>
                                      <p:to>
                                        <p:strVal val="visible"/>
                                      </p:to>
                                    </p:set>
                                    <p:animEffect transition="in" filter="wipe(right)">
                                      <p:cBhvr>
                                        <p:cTn id="52" dur="600" fill="hold"/>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P spid="7" grpId="0" build="allAtOnce" animBg="1"/>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Lst>
  </p:timing>
</p:sld>
</file>

<file path=ppt/slides/slide19.xml><?xml version="1.0" encoding="utf-8"?>
<p:sld xmlns:p="http://schemas.openxmlformats.org/presentationml/2006/main" xmlns:p14="http://schemas.microsoft.com/office/powerpoint/2010/main" xmlns:mc="http://schemas.openxmlformats.org/markup-compatibility/2006" xmlns:p159="http://schemas.microsoft.com/office/powerpoint/2015/09/main" mc:Ignorable="p14 p159">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6" name="s19-heading">
            <a:extLst xmlns:a="http://schemas.openxmlformats.org/drawingml/2006/main">
              <a:ext uri="{FF2B5EF4-FFF2-40B4-BE49-F238E27FC236}">
                <a16:creationId xmlns:a16="http://schemas.microsoft.com/office/drawing/2014/main" id="{0C803886-5224-452D-BB67-3845B2D0F850}"/>
              </a:ext>
            </a:extLst>
          </p:cNvPr>
          <p:cNvSpPr>
            <a:spLocks xmlns:a="http://schemas.openxmlformats.org/drawingml/2006/main" noGrp="1"/>
          </p:cNvSpPr>
          <p:nvPr/>
        </p:nvSpPr>
        <p:spPr>
          <a:xfrm xmlns:a="http://schemas.openxmlformats.org/drawingml/2006/main">
            <a:off x="685800" y="762000"/>
            <a:ext cx="6515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B7C8D8"/>
                </a:solidFill>
                <a:latin typeface="Noto Sans"/>
                <a:ea typeface="Noto Sans"/>
                <a:cs typeface="Noto Sans"/>
              </a:defRPr>
            </a:defPPr>
          </a:lstStyle>
          <a:p xmlns:a="http://schemas.openxmlformats.org/drawingml/2006/main">
            <a:pPr algn="l">
              <a:lnSpc>
                <a:spcPct val="112000"/>
              </a:lnSpc>
              <a:buNone/>
              <a:defRPr sz="1725" b="1">
                <a:solidFill>
                  <a:srgbClr val="B7C8D8"/>
                </a:solidFill>
                <a:latin typeface="Noto Sans"/>
                <a:ea typeface="Noto Sans"/>
                <a:cs typeface="Noto Sans"/>
              </a:defRPr>
            </a:pPr>
            <a:r>
              <a:rPr sz="1725" b="1">
                <a:solidFill>
                  <a:srgbClr val="B7C8D8"/>
                </a:solidFill>
                <a:latin typeface="Noto Sans"/>
                <a:ea typeface="Noto Sans"/>
                <a:cs typeface="Noto Sans"/>
              </a:rPr>
              <a:t>LỜI HỨA VỚI CHÍNH MÌNH</a:t>
            </a:r>
          </a:p>
        </p:txBody>
      </p:sp>
      <p:sp>
        <p:nvSpPr>
          <p:cNvPr id="2" name="!!goal-commit">
            <a:extLst xmlns:a="http://schemas.openxmlformats.org/drawingml/2006/main">
              <a:ext uri="{FF2B5EF4-FFF2-40B4-BE49-F238E27FC236}">
                <a16:creationId xmlns:a16="http://schemas.microsoft.com/office/drawing/2014/main" id="{2E0B4BD4-7E31-4610-818A-60BA8AE67D64}"/>
              </a:ext>
            </a:extLst>
          </p:cNvPr>
          <p:cNvSpPr>
            <a:spLocks xmlns:a="http://schemas.openxmlformats.org/drawingml/2006/main" noGrp="1"/>
          </p:cNvSpPr>
          <p:nvPr/>
        </p:nvSpPr>
        <p:spPr>
          <a:xfrm xmlns:a="http://schemas.openxmlformats.org/drawingml/2006/main">
            <a:off x="7543800" y="695325"/>
            <a:ext cx="3962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2700" b="1">
                <a:solidFill>
                  <a:srgbClr val="F2B84B"/>
                </a:solidFill>
                <a:latin typeface="Noto Sans"/>
                <a:ea typeface="Noto Sans"/>
                <a:cs typeface="Noto Sans"/>
              </a:defRPr>
            </a:defPPr>
          </a:lstStyle>
          <a:p xmlns:a="http://schemas.openxmlformats.org/drawingml/2006/main">
            <a:pPr algn="r">
              <a:lnSpc>
                <a:spcPct val="112000"/>
              </a:lnSpc>
              <a:buNone/>
              <a:defRPr sz="2700" b="1">
                <a:solidFill>
                  <a:srgbClr val="F2B84B"/>
                </a:solidFill>
                <a:latin typeface="Noto Sans"/>
                <a:ea typeface="Noto Sans"/>
                <a:cs typeface="Noto Sans"/>
              </a:defRPr>
            </a:pPr>
            <a:r>
              <a:rPr sz="2700" b="1">
                <a:solidFill>
                  <a:srgbClr val="F2B84B"/>
                </a:solidFill>
                <a:latin typeface="Noto Sans"/>
                <a:ea typeface="Noto Sans"/>
                <a:cs typeface="Noto Sans"/>
              </a:rPr>
              <a:t>THPT XUÂN MAI</a:t>
            </a:r>
          </a:p>
        </p:txBody>
      </p:sp>
      <p:sp>
        <p:nvSpPr>
          <p:cNvPr id="3" name="s19-quote">
            <a:extLst xmlns:a="http://schemas.openxmlformats.org/drawingml/2006/main">
              <a:ext uri="{FF2B5EF4-FFF2-40B4-BE49-F238E27FC236}">
                <a16:creationId xmlns:a16="http://schemas.microsoft.com/office/drawing/2014/main" id="{2783C16B-68A3-4758-9CBA-D3C64F9E6C9F}"/>
              </a:ext>
            </a:extLst>
          </p:cNvPr>
          <p:cNvSpPr>
            <a:spLocks xmlns:a="http://schemas.openxmlformats.org/drawingml/2006/main" noGrp="1"/>
          </p:cNvSpPr>
          <p:nvPr/>
        </p:nvSpPr>
        <p:spPr>
          <a:xfrm xmlns:a="http://schemas.openxmlformats.org/drawingml/2006/main">
            <a:off x="685800" y="2181225"/>
            <a:ext cx="1082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675" b="1">
                <a:solidFill>
                  <a:srgbClr val="F7FAFC"/>
                </a:solidFill>
                <a:latin typeface="Noto Sans"/>
                <a:ea typeface="Noto Sans"/>
                <a:cs typeface="Noto Sans"/>
              </a:defRPr>
            </a:defPPr>
          </a:lstStyle>
          <a:p xmlns:a="http://schemas.openxmlformats.org/drawingml/2006/main">
            <a:pPr algn="l">
              <a:lnSpc>
                <a:spcPct val="112000"/>
              </a:lnSpc>
              <a:buNone/>
              <a:defRPr sz="3675" b="1">
                <a:solidFill>
                  <a:srgbClr val="F7FAFC"/>
                </a:solidFill>
                <a:latin typeface="Noto Sans"/>
                <a:ea typeface="Noto Sans"/>
                <a:cs typeface="Noto Sans"/>
              </a:defRPr>
            </a:pPr>
            <a:r>
              <a:rPr sz="3675" b="1">
                <a:solidFill>
                  <a:srgbClr val="F7FAFC"/>
                </a:solidFill>
                <a:latin typeface="Noto Sans"/>
                <a:ea typeface="Noto Sans"/>
                <a:cs typeface="Noto Sans"/>
              </a:rPr>
              <a:t>Em chưa bước qua cánh cổng ấy,</a:t>
            </a:r>
          </a:p>
          <a:p xmlns:a="http://schemas.openxmlformats.org/drawingml/2006/main">
            <a:pPr algn="l">
              <a:lnSpc>
                <a:spcPct val="112000"/>
              </a:lnSpc>
              <a:buNone/>
              <a:defRPr sz="3675" b="1">
                <a:solidFill>
                  <a:srgbClr val="F7FAFC"/>
                </a:solidFill>
                <a:latin typeface="Noto Sans"/>
                <a:ea typeface="Noto Sans"/>
                <a:cs typeface="Noto Sans"/>
              </a:defRPr>
            </a:pPr>
            <a:r>
              <a:rPr sz="3675" b="1">
                <a:solidFill>
                  <a:srgbClr val="F7FAFC"/>
                </a:solidFill>
                <a:latin typeface="Noto Sans"/>
                <a:ea typeface="Noto Sans"/>
                <a:cs typeface="Noto Sans"/>
              </a:rPr>
              <a:t>nhưng em đang chuẩn bị</a:t>
            </a:r>
          </a:p>
          <a:p xmlns:a="http://schemas.openxmlformats.org/drawingml/2006/main">
            <a:pPr algn="l">
              <a:lnSpc>
                <a:spcPct val="112000"/>
              </a:lnSpc>
              <a:buNone/>
              <a:defRPr sz="3675" b="1">
                <a:solidFill>
                  <a:srgbClr val="F7FAFC"/>
                </a:solidFill>
                <a:latin typeface="Noto Sans"/>
                <a:ea typeface="Noto Sans"/>
                <a:cs typeface="Noto Sans"/>
              </a:defRPr>
            </a:pPr>
            <a:r>
              <a:rPr sz="3675" b="1">
                <a:solidFill>
                  <a:srgbClr val="F7FAFC"/>
                </a:solidFill>
                <a:latin typeface="Noto Sans"/>
                <a:ea typeface="Noto Sans"/>
                <a:cs typeface="Noto Sans"/>
              </a:rPr>
              <a:t>để xứng đáng.</a:t>
            </a:r>
          </a:p>
        </p:txBody>
      </p:sp>
      <p:sp>
        <p:nvSpPr>
          <p:cNvPr id="4" name="!!goal-underline">
            <a:extLst xmlns:a="http://schemas.openxmlformats.org/drawingml/2006/main">
              <a:ext uri="{FF2B5EF4-FFF2-40B4-BE49-F238E27FC236}">
                <a16:creationId xmlns:a16="http://schemas.microsoft.com/office/drawing/2014/main" id="{A8A880ED-E081-4198-AF84-F3743EBC26D1}"/>
              </a:ext>
            </a:extLst>
          </p:cNvPr>
          <p:cNvSpPr>
            <a:spLocks xmlns:a="http://schemas.openxmlformats.org/drawingml/2006/main" noGrp="1"/>
          </p:cNvSpPr>
          <p:nvPr/>
        </p:nvSpPr>
        <p:spPr>
          <a:xfrm xmlns:a="http://schemas.openxmlformats.org/drawingml/2006/main">
            <a:off x="685800" y="4933950"/>
            <a:ext cx="501015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s19-action">
            <a:extLst xmlns:a="http://schemas.openxmlformats.org/drawingml/2006/main">
              <a:ext uri="{FF2B5EF4-FFF2-40B4-BE49-F238E27FC236}">
                <a16:creationId xmlns:a16="http://schemas.microsoft.com/office/drawing/2014/main" id="{37AF16E7-FA4E-417C-A975-698EB001CB21}"/>
              </a:ext>
            </a:extLst>
          </p:cNvPr>
          <p:cNvSpPr>
            <a:spLocks xmlns:a="http://schemas.openxmlformats.org/drawingml/2006/main" noGrp="1"/>
          </p:cNvSpPr>
          <p:nvPr/>
        </p:nvSpPr>
        <p:spPr>
          <a:xfrm xmlns:a="http://schemas.openxmlformats.org/drawingml/2006/main">
            <a:off x="685800" y="54102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B7C8D8"/>
                </a:solidFill>
                <a:latin typeface="Noto Sans"/>
                <a:ea typeface="Noto Sans"/>
                <a:cs typeface="Noto Sans"/>
              </a:defRPr>
            </a:defPPr>
          </a:lstStyle>
          <a:p xmlns:a="http://schemas.openxmlformats.org/drawingml/2006/main">
            <a:pPr algn="l">
              <a:lnSpc>
                <a:spcPct val="112000"/>
              </a:lnSpc>
              <a:buNone/>
              <a:defRPr sz="2325" b="0">
                <a:solidFill>
                  <a:srgbClr val="B7C8D8"/>
                </a:solidFill>
                <a:latin typeface="Noto Sans"/>
                <a:ea typeface="Noto Sans"/>
                <a:cs typeface="Noto Sans"/>
              </a:defRPr>
            </a:pPr>
            <a:r>
              <a:rPr sz="2325" b="0">
                <a:solidFill>
                  <a:srgbClr val="B7C8D8"/>
                </a:solidFill>
                <a:latin typeface="Noto Sans"/>
                <a:ea typeface="Noto Sans"/>
                <a:cs typeface="Noto Sans"/>
              </a:rPr>
              <a:t>Bắt đầu bằng việc học nghiêm túc hôm nay.</a:t>
            </a:r>
          </a:p>
        </p:txBody>
      </p:sp>
      <p:sp>
        <p:nvSpPr>
          <p:cNvPr id="6" name="s19-journey-0">
            <a:extLst xmlns:a="http://schemas.openxmlformats.org/drawingml/2006/main">
              <a:ext uri="{FF2B5EF4-FFF2-40B4-BE49-F238E27FC236}">
                <a16:creationId xmlns:a16="http://schemas.microsoft.com/office/drawing/2014/main" id="{6D744AB1-0B3B-4D12-803D-D4B0D8B0F47F}"/>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7" name="s19-journey-text-0">
            <a:extLst xmlns:a="http://schemas.openxmlformats.org/drawingml/2006/main">
              <a:ext uri="{FF2B5EF4-FFF2-40B4-BE49-F238E27FC236}">
                <a16:creationId xmlns:a16="http://schemas.microsoft.com/office/drawing/2014/main" id="{E6FF57D2-CC23-4F54-B36B-35297DF5F6B6}"/>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Xuất phát</a:t>
            </a:r>
          </a:p>
        </p:txBody>
      </p:sp>
      <p:sp>
        <p:nvSpPr>
          <p:cNvPr id="8" name="s19-journey-1">
            <a:extLst xmlns:a="http://schemas.openxmlformats.org/drawingml/2006/main">
              <a:ext uri="{FF2B5EF4-FFF2-40B4-BE49-F238E27FC236}">
                <a16:creationId xmlns:a16="http://schemas.microsoft.com/office/drawing/2014/main" id="{D6BDBA8C-1E5E-458E-A6DD-6D77CC618230}"/>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9" name="s19-journey-text-1">
            <a:extLst xmlns:a="http://schemas.openxmlformats.org/drawingml/2006/main">
              <a:ext uri="{FF2B5EF4-FFF2-40B4-BE49-F238E27FC236}">
                <a16:creationId xmlns:a16="http://schemas.microsoft.com/office/drawing/2014/main" id="{8FBDE43B-3448-4791-ABDC-6DB71DF97F39}"/>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Tìm hiểu</a:t>
            </a:r>
          </a:p>
        </p:txBody>
      </p:sp>
      <p:sp>
        <p:nvSpPr>
          <p:cNvPr id="10" name="s19-journey-2">
            <a:extLst xmlns:a="http://schemas.openxmlformats.org/drawingml/2006/main">
              <a:ext uri="{FF2B5EF4-FFF2-40B4-BE49-F238E27FC236}">
                <a16:creationId xmlns:a16="http://schemas.microsoft.com/office/drawing/2014/main" id="{2D2F05FB-4ECD-44DE-B392-86574554647C}"/>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11" name="s19-journey-text-2">
            <a:extLst xmlns:a="http://schemas.openxmlformats.org/drawingml/2006/main">
              <a:ext uri="{FF2B5EF4-FFF2-40B4-BE49-F238E27FC236}">
                <a16:creationId xmlns:a16="http://schemas.microsoft.com/office/drawing/2014/main" id="{70A08BF1-6F79-4911-BC40-3F3D9AC2A151}"/>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Hình dung</a:t>
            </a:r>
          </a:p>
        </p:txBody>
      </p:sp>
      <p:sp>
        <p:nvSpPr>
          <p:cNvPr id="12" name="s19-journey-3">
            <a:extLst xmlns:a="http://schemas.openxmlformats.org/drawingml/2006/main">
              <a:ext uri="{FF2B5EF4-FFF2-40B4-BE49-F238E27FC236}">
                <a16:creationId xmlns:a16="http://schemas.microsoft.com/office/drawing/2014/main" id="{432FEF11-D77C-46B5-B392-837707A0AD82}"/>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13" name="s19-journey-text-3">
            <a:extLst xmlns:a="http://schemas.openxmlformats.org/drawingml/2006/main">
              <a:ext uri="{FF2B5EF4-FFF2-40B4-BE49-F238E27FC236}">
                <a16:creationId xmlns:a16="http://schemas.microsoft.com/office/drawing/2014/main" id="{CC40215C-84D7-40A7-9508-CE1D574EC27E}"/>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F2B84B"/>
                </a:solidFill>
                <a:latin typeface="Noto Sans"/>
                <a:ea typeface="Noto Sans"/>
                <a:cs typeface="Noto Sans"/>
              </a:defRPr>
            </a:defPPr>
          </a:lstStyle>
          <a:p xmlns:a="http://schemas.openxmlformats.org/drawingml/2006/main">
            <a:pPr algn="l">
              <a:lnSpc>
                <a:spcPct val="112000"/>
              </a:lnSpc>
              <a:buNone/>
              <a:defRPr sz="1013" b="1">
                <a:solidFill>
                  <a:srgbClr val="F2B84B"/>
                </a:solidFill>
                <a:latin typeface="Noto Sans"/>
                <a:ea typeface="Noto Sans"/>
                <a:cs typeface="Noto Sans"/>
              </a:defRPr>
            </a:pPr>
            <a:r>
              <a:rPr sz="1013" b="1">
                <a:solidFill>
                  <a:srgbClr val="F2B84B"/>
                </a:solidFill>
                <a:latin typeface="Noto Sans"/>
                <a:ea typeface="Noto Sans"/>
                <a:cs typeface="Noto Sans"/>
              </a:rPr>
              <a:t>Chuẩn bị</a:t>
            </a:r>
          </a:p>
        </p:txBody>
      </p:sp>
      <p:sp>
        <p:nvSpPr>
          <p:cNvPr id="14" name="s19-source">
            <a:extLst xmlns:a="http://schemas.openxmlformats.org/drawingml/2006/main">
              <a:ext uri="{FF2B5EF4-FFF2-40B4-BE49-F238E27FC236}">
                <a16:creationId xmlns:a16="http://schemas.microsoft.com/office/drawing/2014/main" id="{4816D06A-90B5-43EE-A207-BE571A8F22B0}"/>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B7C8D8"/>
                </a:solidFill>
                <a:latin typeface="Noto Sans"/>
                <a:ea typeface="Noto Sans"/>
                <a:cs typeface="Noto Sans"/>
              </a:defRPr>
            </a:defPPr>
          </a:lstStyle>
          <a:p xmlns:a="http://schemas.openxmlformats.org/drawingml/2006/main">
            <a:pPr algn="r">
              <a:lnSpc>
                <a:spcPct val="112000"/>
              </a:lnSpc>
              <a:buNone/>
              <a:defRPr sz="1050" b="0">
                <a:solidFill>
                  <a:srgbClr val="B7C8D8"/>
                </a:solidFill>
                <a:latin typeface="Noto Sans"/>
                <a:ea typeface="Noto Sans"/>
                <a:cs typeface="Noto Sans"/>
              </a:defRPr>
            </a:pPr>
            <a:r>
              <a:rPr sz="1050" b="0">
                <a:solidFill>
                  <a:srgbClr val="B7C8D8"/>
                </a:solidFill>
                <a:latin typeface="Noto Sans"/>
                <a:ea typeface="Noto Sans"/>
                <a:cs typeface="Noto Sans"/>
              </a:rPr>
              <a:t>Lời hứa của em</a:t>
            </a:r>
          </a:p>
        </p:txBody>
      </p:sp>
      <p:sp>
        <p:nvSpPr>
          <p:cNvPr id="15" name="s19-page">
            <a:extLst xmlns:a="http://schemas.openxmlformats.org/drawingml/2006/main">
              <a:ext uri="{FF2B5EF4-FFF2-40B4-BE49-F238E27FC236}">
                <a16:creationId xmlns:a16="http://schemas.microsoft.com/office/drawing/2014/main" id="{8CBDB28A-7615-4973-824F-1B5A52F95104}"/>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F2B84B"/>
                </a:solidFill>
                <a:latin typeface="Noto Sans"/>
                <a:ea typeface="Noto Sans"/>
                <a:cs typeface="Noto Sans"/>
              </a:defRPr>
            </a:defPPr>
          </a:lstStyle>
          <a:p xmlns:a="http://schemas.openxmlformats.org/drawingml/2006/main">
            <a:pPr algn="r">
              <a:lnSpc>
                <a:spcPct val="112000"/>
              </a:lnSpc>
              <a:buNone/>
              <a:defRPr sz="1200" b="1">
                <a:solidFill>
                  <a:srgbClr val="F2B84B"/>
                </a:solidFill>
                <a:latin typeface="Noto Sans"/>
                <a:ea typeface="Noto Sans"/>
                <a:cs typeface="Noto Sans"/>
              </a:defRPr>
            </a:pPr>
            <a:r>
              <a:rPr sz="1200" b="1">
                <a:solidFill>
                  <a:srgbClr val="F2B84B"/>
                </a:solidFill>
                <a:latin typeface="Noto Sans"/>
                <a:ea typeface="Noto Sans"/>
                <a:cs typeface="Noto Sans"/>
              </a:rPr>
              <a:t>19</a:t>
            </a:r>
          </a:p>
        </p:txBody>
      </p:sp>
    </p:spTree>
    <p:extLst>
      <p:ext uri="{BB962C8B-B14F-4D97-AF65-F5344CB8AC3E}">
        <p14:creationId val="1698904015"/>
      </p:ext>
    </p:extLst>
  </p:cSld>
  <mc:AlternateContent>
    <mc:Choice Requires="p159">
      <p:transition spd="slow" advClick="1" p14:dur="1000">
        <p159:morph option="byObject"/>
      </p:transition>
    </mc:Choice>
    <mc:Fallback>
      <p:transition spd="slow" advClick="1">
        <p:fade/>
      </p:transition>
    </mc:Fallback>
  </mc:AlternateContent>
  <p:timing>
    <p:tnLst>
      <p:par>
        <p:cTn id="1" dur="indefinite" restart="never" nodeType="tmRoot">
          <p:childTnLst>
            <p:seq concurrent="1" nextAc="seek">
              <p:cTn id="2" dur="indefinite" nodeType="mainSeq">
                <p:childTnLst>
                  <p:par>
                    <p:cTn id="3" dur="2450" fill="hold">
                      <p:stCondLst>
                        <p:cond delay="0"/>
                      </p:stCondLst>
                      <p:childTnLst>
                        <p:par>
                          <p:cTn id="4" dur="2450" fill="hold">
                            <p:stCondLst>
                              <p:cond delay="0"/>
                            </p:stCondLst>
                            <p:childTnLst>
                              <p:par>
                                <p:cTn id="5" presetID="10" presetClass="entr" dur="600" fill="hold" grpId="0" nodeType="withEffect" presetSubtype="0">
                                  <p:stCondLst>
                                    <p:cond delay="15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600" fill="hold"/>
                                        <p:tgtEl>
                                          <p:spTgt spid="16"/>
                                        </p:tgtEl>
                                      </p:cBhvr>
                                    </p:animEffect>
                                  </p:childTnLst>
                                </p:cTn>
                              </p:par>
                              <p:par>
                                <p:cTn id="8" presetID="10" presetClass="entr" dur="900" fill="hold" grpId="0" nodeType="withEffect" presetSubtype="0">
                                  <p:stCondLst>
                                    <p:cond delay="7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900" fill="hold"/>
                                        <p:tgtEl>
                                          <p:spTgt spid="3"/>
                                        </p:tgtEl>
                                      </p:cBhvr>
                                    </p:animEffect>
                                  </p:childTnLst>
                                </p:cTn>
                              </p:par>
                              <p:par>
                                <p:cTn id="11" presetID="10" presetClass="entr" dur="700" fill="hold" grpId="0" nodeType="withEffect" presetSubtype="0">
                                  <p:stCondLst>
                                    <p:cond delay="17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7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animBg="1"/>
      <p:bldP spid="3" grpId="0" build="allAtOnce" animBg="1"/>
      <p:bldP spid="5" grpId="0" build="allAtOnce" animBg="1"/>
    </p:bldLst>
  </p:timing>
</p:sld>
</file>

<file path=ppt/slides/slide20.xml><?xml version="1.0" encoding="utf-8"?>
<p:sld xmlns:p="http://schemas.openxmlformats.org/presentationml/2006/main" xmlns:p14="http://schemas.microsoft.com/office/powerpoint/2010/main" xmlns:mc="http://schemas.openxmlformats.org/markup-compatibility/2006" mc:Ignorable="p14">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6" name="s20-close-rule">
            <a:extLst xmlns:a="http://schemas.openxmlformats.org/drawingml/2006/main">
              <a:ext uri="{FF2B5EF4-FFF2-40B4-BE49-F238E27FC236}">
                <a16:creationId xmlns:a16="http://schemas.microsoft.com/office/drawing/2014/main" id="{387B4CDE-14FF-4BE8-A567-8D24E12F036F}"/>
              </a:ext>
            </a:extLst>
          </p:cNvPr>
          <p:cNvSpPr>
            <a:spLocks xmlns:a="http://schemas.openxmlformats.org/drawingml/2006/main" noGrp="1"/>
          </p:cNvSpPr>
          <p:nvPr/>
        </p:nvSpPr>
        <p:spPr>
          <a:xfrm xmlns:a="http://schemas.openxmlformats.org/drawingml/2006/main">
            <a:off x="685800" y="866775"/>
            <a:ext cx="809625"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s20-thanks">
            <a:extLst xmlns:a="http://schemas.openxmlformats.org/drawingml/2006/main">
              <a:ext uri="{FF2B5EF4-FFF2-40B4-BE49-F238E27FC236}">
                <a16:creationId xmlns:a16="http://schemas.microsoft.com/office/drawing/2014/main" id="{712423D5-2F1D-41F5-8465-730E8BC6E4B7}"/>
              </a:ext>
            </a:extLst>
          </p:cNvPr>
          <p:cNvSpPr>
            <a:spLocks xmlns:a="http://schemas.openxmlformats.org/drawingml/2006/main" noGrp="1"/>
          </p:cNvSpPr>
          <p:nvPr/>
        </p:nvSpPr>
        <p:spPr>
          <a:xfrm xmlns:a="http://schemas.openxmlformats.org/drawingml/2006/main">
            <a:off x="685800" y="1676400"/>
            <a:ext cx="10820400" cy="1781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00" b="1">
                <a:solidFill>
                  <a:srgbClr val="F7FAFC"/>
                </a:solidFill>
                <a:latin typeface="Noto Sans"/>
                <a:ea typeface="Noto Sans"/>
                <a:cs typeface="Noto Sans"/>
              </a:defRPr>
            </a:defPPr>
          </a:lstStyle>
          <a:p xmlns:a="http://schemas.openxmlformats.org/drawingml/2006/main">
            <a:pPr algn="l">
              <a:lnSpc>
                <a:spcPct val="112000"/>
              </a:lnSpc>
              <a:buNone/>
              <a:defRPr sz="3900" b="1">
                <a:solidFill>
                  <a:srgbClr val="F7FAFC"/>
                </a:solidFill>
                <a:latin typeface="Noto Sans"/>
                <a:ea typeface="Noto Sans"/>
                <a:cs typeface="Noto Sans"/>
              </a:defRPr>
            </a:pPr>
            <a:r>
              <a:rPr sz="3900" b="1">
                <a:solidFill>
                  <a:srgbClr val="F7FAFC"/>
                </a:solidFill>
                <a:latin typeface="Noto Sans"/>
                <a:ea typeface="Noto Sans"/>
                <a:cs typeface="Noto Sans"/>
              </a:rPr>
              <a:t>Em cảm ơn thầy/cô</a:t>
            </a:r>
          </a:p>
          <a:p xmlns:a="http://schemas.openxmlformats.org/drawingml/2006/main">
            <a:pPr algn="l">
              <a:lnSpc>
                <a:spcPct val="112000"/>
              </a:lnSpc>
              <a:buNone/>
              <a:defRPr sz="3900" b="1">
                <a:solidFill>
                  <a:srgbClr val="F7FAFC"/>
                </a:solidFill>
                <a:latin typeface="Noto Sans"/>
                <a:ea typeface="Noto Sans"/>
                <a:cs typeface="Noto Sans"/>
              </a:defRPr>
            </a:pPr>
            <a:r>
              <a:rPr sz="3900" b="1">
                <a:solidFill>
                  <a:srgbClr val="F7FAFC"/>
                </a:solidFill>
                <a:latin typeface="Noto Sans"/>
                <a:ea typeface="Noto Sans"/>
                <a:cs typeface="Noto Sans"/>
              </a:rPr>
              <a:t>và các bạn đã lắng nghe!</a:t>
            </a:r>
          </a:p>
        </p:txBody>
      </p:sp>
      <p:sp>
        <p:nvSpPr>
          <p:cNvPr id="3" name="s20-outlook">
            <a:extLst xmlns:a="http://schemas.openxmlformats.org/drawingml/2006/main">
              <a:ext uri="{FF2B5EF4-FFF2-40B4-BE49-F238E27FC236}">
                <a16:creationId xmlns:a16="http://schemas.microsoft.com/office/drawing/2014/main" id="{27466D03-A788-4246-9D9C-FA5009961BEB}"/>
              </a:ext>
            </a:extLst>
          </p:cNvPr>
          <p:cNvSpPr>
            <a:spLocks xmlns:a="http://schemas.openxmlformats.org/drawingml/2006/main" noGrp="1"/>
          </p:cNvSpPr>
          <p:nvPr/>
        </p:nvSpPr>
        <p:spPr>
          <a:xfrm xmlns:a="http://schemas.openxmlformats.org/drawingml/2006/main">
            <a:off x="685800" y="3810000"/>
            <a:ext cx="74961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B7C8D8"/>
                </a:solidFill>
                <a:latin typeface="Noto Sans"/>
                <a:ea typeface="Noto Sans"/>
                <a:cs typeface="Noto Sans"/>
              </a:defRPr>
            </a:defPPr>
          </a:lstStyle>
          <a:p xmlns:a="http://schemas.openxmlformats.org/drawingml/2006/main">
            <a:pPr algn="l">
              <a:lnSpc>
                <a:spcPct val="112000"/>
              </a:lnSpc>
              <a:buNone/>
              <a:defRPr sz="2325" b="0">
                <a:solidFill>
                  <a:srgbClr val="B7C8D8"/>
                </a:solidFill>
                <a:latin typeface="Noto Sans"/>
                <a:ea typeface="Noto Sans"/>
                <a:cs typeface="Noto Sans"/>
              </a:defRPr>
            </a:pPr>
            <a:r>
              <a:rPr sz="2325" b="0">
                <a:solidFill>
                  <a:srgbClr val="B7C8D8"/>
                </a:solidFill>
                <a:latin typeface="Noto Sans"/>
                <a:ea typeface="Noto Sans"/>
                <a:cs typeface="Noto Sans"/>
              </a:rPr>
              <a:t>Hành trình của em bắt đầu</a:t>
            </a:r>
          </a:p>
          <a:p xmlns:a="http://schemas.openxmlformats.org/drawingml/2006/main">
            <a:pPr algn="l">
              <a:lnSpc>
                <a:spcPct val="112000"/>
              </a:lnSpc>
              <a:buNone/>
              <a:defRPr sz="2325" b="0">
                <a:solidFill>
                  <a:srgbClr val="B7C8D8"/>
                </a:solidFill>
                <a:latin typeface="Noto Sans"/>
                <a:ea typeface="Noto Sans"/>
                <a:cs typeface="Noto Sans"/>
              </a:defRPr>
            </a:pPr>
            <a:r>
              <a:rPr sz="2325" b="0">
                <a:solidFill>
                  <a:srgbClr val="B7C8D8"/>
                </a:solidFill>
                <a:latin typeface="Noto Sans"/>
                <a:ea typeface="Noto Sans"/>
                <a:cs typeface="Noto Sans"/>
              </a:rPr>
              <a:t>bằng sự chuẩn bị hôm nay.</a:t>
            </a:r>
          </a:p>
        </p:txBody>
      </p:sp>
      <p:sp>
        <p:nvSpPr>
          <p:cNvPr id="4" name="s20-web">
            <a:extLst xmlns:a="http://schemas.openxmlformats.org/drawingml/2006/main">
              <a:ext uri="{FF2B5EF4-FFF2-40B4-BE49-F238E27FC236}">
                <a16:creationId xmlns:a16="http://schemas.microsoft.com/office/drawing/2014/main" id="{681DDA94-224F-4C52-8650-DD6CA8CD98EA}"/>
              </a:ext>
            </a:extLst>
          </p:cNvPr>
          <p:cNvSpPr>
            <a:spLocks xmlns:a="http://schemas.openxmlformats.org/drawingml/2006/main" noGrp="1"/>
          </p:cNvSpPr>
          <p:nvPr/>
        </p:nvSpPr>
        <p:spPr>
          <a:xfrm xmlns:a="http://schemas.openxmlformats.org/drawingml/2006/main">
            <a:off x="685800" y="5172075"/>
            <a:ext cx="7296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F2B84B"/>
                </a:solidFill>
                <a:latin typeface="Noto Sans"/>
                <a:ea typeface="Noto Sans"/>
                <a:cs typeface="Noto Sans"/>
              </a:defRPr>
            </a:defPPr>
          </a:lstStyle>
          <a:p xmlns:a="http://schemas.openxmlformats.org/drawingml/2006/main">
            <a:pPr algn="l">
              <a:lnSpc>
                <a:spcPct val="112000"/>
              </a:lnSpc>
              <a:buNone/>
              <a:defRPr sz="2700" b="1">
                <a:solidFill>
                  <a:srgbClr val="F2B84B"/>
                </a:solidFill>
                <a:latin typeface="Noto Sans"/>
                <a:ea typeface="Noto Sans"/>
                <a:cs typeface="Noto Sans"/>
              </a:defRPr>
            </a:pPr>
            <a:r>
              <a:rPr sz="2700" b="1">
                <a:solidFill>
                  <a:srgbClr val="F2B84B"/>
                </a:solidFill>
                <a:latin typeface="Noto Sans"/>
                <a:ea typeface="Noto Sans"/>
                <a:cs typeface="Noto Sans"/>
                <a:hlinkClick xmlns:r="http://schemas.openxmlformats.org/officeDocument/2006/relationships" r:id="R6c9c9e5609434d7a"/>
              </a:rPr>
              <a:t>thptxuanmai.edu.vn</a:t>
            </a:r>
          </a:p>
        </p:txBody>
      </p:sp>
      <p:sp>
        <p:nvSpPr>
          <p:cNvPr id="5" name="s20-source-label">
            <a:extLst xmlns:a="http://schemas.openxmlformats.org/drawingml/2006/main">
              <a:ext uri="{FF2B5EF4-FFF2-40B4-BE49-F238E27FC236}">
                <a16:creationId xmlns:a16="http://schemas.microsoft.com/office/drawing/2014/main" id="{6E0C2EDF-3BAC-4166-BC82-1A912D8BD0A3}"/>
              </a:ext>
            </a:extLst>
          </p:cNvPr>
          <p:cNvSpPr>
            <a:spLocks xmlns:a="http://schemas.openxmlformats.org/drawingml/2006/main" noGrp="1"/>
          </p:cNvSpPr>
          <p:nvPr/>
        </p:nvSpPr>
        <p:spPr>
          <a:xfrm xmlns:a="http://schemas.openxmlformats.org/drawingml/2006/main">
            <a:off x="685800" y="5876925"/>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B7C8D8"/>
                </a:solidFill>
                <a:latin typeface="Noto Sans"/>
                <a:ea typeface="Noto Sans"/>
                <a:cs typeface="Noto Sans"/>
              </a:defRPr>
            </a:defPPr>
          </a:lstStyle>
          <a:p xmlns:a="http://schemas.openxmlformats.org/drawingml/2006/main">
            <a:pPr algn="l">
              <a:lnSpc>
                <a:spcPct val="112000"/>
              </a:lnSpc>
              <a:buNone/>
              <a:defRPr sz="1350" b="0">
                <a:solidFill>
                  <a:srgbClr val="B7C8D8"/>
                </a:solidFill>
                <a:latin typeface="Noto Sans"/>
                <a:ea typeface="Noto Sans"/>
                <a:cs typeface="Noto Sans"/>
              </a:defRPr>
            </a:pPr>
            <a:r>
              <a:rPr sz="1350" b="0">
                <a:solidFill>
                  <a:srgbClr val="B7C8D8"/>
                </a:solidFill>
                <a:latin typeface="Noto Sans"/>
                <a:ea typeface="Noto Sans"/>
                <a:cs typeface="Noto Sans"/>
              </a:rPr>
              <a:t>Nguồn: website trường, báo cáo công khai và Sở GD&amp;ĐT Hà Nội</a:t>
            </a:r>
          </a:p>
        </p:txBody>
      </p:sp>
      <p:sp>
        <p:nvSpPr>
          <p:cNvPr id="6" name="s20-journey-0">
            <a:extLst xmlns:a="http://schemas.openxmlformats.org/drawingml/2006/main">
              <a:ext uri="{FF2B5EF4-FFF2-40B4-BE49-F238E27FC236}">
                <a16:creationId xmlns:a16="http://schemas.microsoft.com/office/drawing/2014/main" id="{D1C455DC-2D76-4E7D-BD28-91D8C0811E94}"/>
              </a:ext>
            </a:extLst>
          </p:cNvPr>
          <p:cNvSpPr>
            <a:spLocks xmlns:a="http://schemas.openxmlformats.org/drawingml/2006/main" noGrp="1"/>
          </p:cNvSpPr>
          <p:nvPr/>
        </p:nvSpPr>
        <p:spPr>
          <a:xfrm xmlns:a="http://schemas.openxmlformats.org/drawingml/2006/main">
            <a:off x="68580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7" name="s20-journey-text-0">
            <a:extLst xmlns:a="http://schemas.openxmlformats.org/drawingml/2006/main">
              <a:ext uri="{FF2B5EF4-FFF2-40B4-BE49-F238E27FC236}">
                <a16:creationId xmlns:a16="http://schemas.microsoft.com/office/drawing/2014/main" id="{E4299328-3929-4DBD-A2C5-5A6CECBFB925}"/>
              </a:ext>
            </a:extLst>
          </p:cNvPr>
          <p:cNvSpPr>
            <a:spLocks xmlns:a="http://schemas.openxmlformats.org/drawingml/2006/main" noGrp="1"/>
          </p:cNvSpPr>
          <p:nvPr/>
        </p:nvSpPr>
        <p:spPr>
          <a:xfrm xmlns:a="http://schemas.openxmlformats.org/drawingml/2006/main">
            <a:off x="6858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Xuất phát</a:t>
            </a:r>
          </a:p>
        </p:txBody>
      </p:sp>
      <p:sp>
        <p:nvSpPr>
          <p:cNvPr id="8" name="s20-journey-1">
            <a:extLst xmlns:a="http://schemas.openxmlformats.org/drawingml/2006/main">
              <a:ext uri="{FF2B5EF4-FFF2-40B4-BE49-F238E27FC236}">
                <a16:creationId xmlns:a16="http://schemas.microsoft.com/office/drawing/2014/main" id="{E7E6BC56-85BF-4DA6-903C-1C8D3A0F715C}"/>
              </a:ext>
            </a:extLst>
          </p:cNvPr>
          <p:cNvSpPr>
            <a:spLocks xmlns:a="http://schemas.openxmlformats.org/drawingml/2006/main" noGrp="1"/>
          </p:cNvSpPr>
          <p:nvPr/>
        </p:nvSpPr>
        <p:spPr>
          <a:xfrm xmlns:a="http://schemas.openxmlformats.org/drawingml/2006/main">
            <a:off x="177165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9" name="s20-journey-text-1">
            <a:extLst xmlns:a="http://schemas.openxmlformats.org/drawingml/2006/main">
              <a:ext uri="{FF2B5EF4-FFF2-40B4-BE49-F238E27FC236}">
                <a16:creationId xmlns:a16="http://schemas.microsoft.com/office/drawing/2014/main" id="{F0025B59-764B-4E57-B60B-3806143F422F}"/>
              </a:ext>
            </a:extLst>
          </p:cNvPr>
          <p:cNvSpPr>
            <a:spLocks xmlns:a="http://schemas.openxmlformats.org/drawingml/2006/main" noGrp="1"/>
          </p:cNvSpPr>
          <p:nvPr/>
        </p:nvSpPr>
        <p:spPr>
          <a:xfrm xmlns:a="http://schemas.openxmlformats.org/drawingml/2006/main">
            <a:off x="17716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Tìm hiểu</a:t>
            </a:r>
          </a:p>
        </p:txBody>
      </p:sp>
      <p:sp>
        <p:nvSpPr>
          <p:cNvPr id="10" name="s20-journey-2">
            <a:extLst xmlns:a="http://schemas.openxmlformats.org/drawingml/2006/main">
              <a:ext uri="{FF2B5EF4-FFF2-40B4-BE49-F238E27FC236}">
                <a16:creationId xmlns:a16="http://schemas.microsoft.com/office/drawing/2014/main" id="{6D717CAC-B6D9-49BA-8B8A-F2B32D56A48E}"/>
              </a:ext>
            </a:extLst>
          </p:cNvPr>
          <p:cNvSpPr>
            <a:spLocks xmlns:a="http://schemas.openxmlformats.org/drawingml/2006/main" noGrp="1"/>
          </p:cNvSpPr>
          <p:nvPr/>
        </p:nvSpPr>
        <p:spPr>
          <a:xfrm xmlns:a="http://schemas.openxmlformats.org/drawingml/2006/main">
            <a:off x="2857500" y="6238875"/>
            <a:ext cx="904875" cy="19050"/>
          </a:xfrm>
          <a:prstGeom xmlns:a="http://schemas.openxmlformats.org/drawingml/2006/main" prst="rect">
            <a:avLst/>
          </a:prstGeom>
          <a:solidFill xmlns:a="http://schemas.openxmlformats.org/drawingml/2006/main">
            <a:srgbClr val="B7C8D8"/>
          </a:solidFill>
          <a:ln xmlns:a="http://schemas.openxmlformats.org/drawingml/2006/main" w="0">
            <a:noFill/>
            <a:prstDash val="solid"/>
          </a:ln>
        </p:spPr>
      </p:sp>
      <p:sp>
        <p:nvSpPr>
          <p:cNvPr id="11" name="s20-journey-text-2">
            <a:extLst xmlns:a="http://schemas.openxmlformats.org/drawingml/2006/main">
              <a:ext uri="{FF2B5EF4-FFF2-40B4-BE49-F238E27FC236}">
                <a16:creationId xmlns:a16="http://schemas.microsoft.com/office/drawing/2014/main" id="{8C14CC02-78C1-4B3E-ACE0-1260CEF1A0F3}"/>
              </a:ext>
            </a:extLst>
          </p:cNvPr>
          <p:cNvSpPr>
            <a:spLocks xmlns:a="http://schemas.openxmlformats.org/drawingml/2006/main" noGrp="1"/>
          </p:cNvSpPr>
          <p:nvPr/>
        </p:nvSpPr>
        <p:spPr>
          <a:xfrm xmlns:a="http://schemas.openxmlformats.org/drawingml/2006/main">
            <a:off x="285750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0">
                <a:solidFill>
                  <a:srgbClr val="B7C8D8"/>
                </a:solidFill>
                <a:latin typeface="Noto Sans"/>
                <a:ea typeface="Noto Sans"/>
                <a:cs typeface="Noto Sans"/>
              </a:defRPr>
            </a:defPPr>
          </a:lstStyle>
          <a:p xmlns:a="http://schemas.openxmlformats.org/drawingml/2006/main">
            <a:pPr algn="l">
              <a:lnSpc>
                <a:spcPct val="112000"/>
              </a:lnSpc>
              <a:buNone/>
              <a:defRPr sz="1013" b="0">
                <a:solidFill>
                  <a:srgbClr val="B7C8D8"/>
                </a:solidFill>
                <a:latin typeface="Noto Sans"/>
                <a:ea typeface="Noto Sans"/>
                <a:cs typeface="Noto Sans"/>
              </a:defRPr>
            </a:pPr>
            <a:r>
              <a:rPr sz="1013" b="0">
                <a:solidFill>
                  <a:srgbClr val="B7C8D8"/>
                </a:solidFill>
                <a:latin typeface="Noto Sans"/>
                <a:ea typeface="Noto Sans"/>
                <a:cs typeface="Noto Sans"/>
              </a:rPr>
              <a:t>Hình dung</a:t>
            </a:r>
          </a:p>
        </p:txBody>
      </p:sp>
      <p:sp>
        <p:nvSpPr>
          <p:cNvPr id="12" name="s20-journey-3">
            <a:extLst xmlns:a="http://schemas.openxmlformats.org/drawingml/2006/main">
              <a:ext uri="{FF2B5EF4-FFF2-40B4-BE49-F238E27FC236}">
                <a16:creationId xmlns:a16="http://schemas.microsoft.com/office/drawing/2014/main" id="{E218065F-5EA5-4E05-A5AD-164BA1BD1F94}"/>
              </a:ext>
            </a:extLst>
          </p:cNvPr>
          <p:cNvSpPr>
            <a:spLocks xmlns:a="http://schemas.openxmlformats.org/drawingml/2006/main" noGrp="1"/>
          </p:cNvSpPr>
          <p:nvPr/>
        </p:nvSpPr>
        <p:spPr>
          <a:xfrm xmlns:a="http://schemas.openxmlformats.org/drawingml/2006/main">
            <a:off x="3943350" y="6238875"/>
            <a:ext cx="904875" cy="1905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13" name="s20-journey-text-3">
            <a:extLst xmlns:a="http://schemas.openxmlformats.org/drawingml/2006/main">
              <a:ext uri="{FF2B5EF4-FFF2-40B4-BE49-F238E27FC236}">
                <a16:creationId xmlns:a16="http://schemas.microsoft.com/office/drawing/2014/main" id="{5ACCFB47-1737-4759-8C47-403158A7E6CC}"/>
              </a:ext>
            </a:extLst>
          </p:cNvPr>
          <p:cNvSpPr>
            <a:spLocks xmlns:a="http://schemas.openxmlformats.org/drawingml/2006/main" noGrp="1"/>
          </p:cNvSpPr>
          <p:nvPr/>
        </p:nvSpPr>
        <p:spPr>
          <a:xfrm xmlns:a="http://schemas.openxmlformats.org/drawingml/2006/main">
            <a:off x="3943350" y="6353175"/>
            <a:ext cx="981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13" b="1">
                <a:solidFill>
                  <a:srgbClr val="F2B84B"/>
                </a:solidFill>
                <a:latin typeface="Noto Sans"/>
                <a:ea typeface="Noto Sans"/>
                <a:cs typeface="Noto Sans"/>
              </a:defRPr>
            </a:defPPr>
          </a:lstStyle>
          <a:p xmlns:a="http://schemas.openxmlformats.org/drawingml/2006/main">
            <a:pPr algn="l">
              <a:lnSpc>
                <a:spcPct val="112000"/>
              </a:lnSpc>
              <a:buNone/>
              <a:defRPr sz="1013" b="1">
                <a:solidFill>
                  <a:srgbClr val="F2B84B"/>
                </a:solidFill>
                <a:latin typeface="Noto Sans"/>
                <a:ea typeface="Noto Sans"/>
                <a:cs typeface="Noto Sans"/>
              </a:defRPr>
            </a:pPr>
            <a:r>
              <a:rPr sz="1013" b="1">
                <a:solidFill>
                  <a:srgbClr val="F2B84B"/>
                </a:solidFill>
                <a:latin typeface="Noto Sans"/>
                <a:ea typeface="Noto Sans"/>
                <a:cs typeface="Noto Sans"/>
              </a:rPr>
              <a:t>Chuẩn bị</a:t>
            </a:r>
          </a:p>
        </p:txBody>
      </p:sp>
      <p:sp>
        <p:nvSpPr>
          <p:cNvPr id="14" name="s20-source">
            <a:extLst xmlns:a="http://schemas.openxmlformats.org/drawingml/2006/main">
              <a:ext uri="{FF2B5EF4-FFF2-40B4-BE49-F238E27FC236}">
                <a16:creationId xmlns:a16="http://schemas.microsoft.com/office/drawing/2014/main" id="{E58C86CE-82E7-4392-B168-02A6F7DC923B}"/>
              </a:ext>
            </a:extLst>
          </p:cNvPr>
          <p:cNvSpPr>
            <a:spLocks xmlns:a="http://schemas.openxmlformats.org/drawingml/2006/main" noGrp="1"/>
          </p:cNvSpPr>
          <p:nvPr/>
        </p:nvSpPr>
        <p:spPr>
          <a:xfrm xmlns:a="http://schemas.openxmlformats.org/drawingml/2006/main">
            <a:off x="5943600" y="6334125"/>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050" b="0">
                <a:solidFill>
                  <a:srgbClr val="B7C8D8"/>
                </a:solidFill>
                <a:latin typeface="Noto Sans"/>
                <a:ea typeface="Noto Sans"/>
                <a:cs typeface="Noto Sans"/>
              </a:defRPr>
            </a:defPPr>
          </a:lstStyle>
          <a:p xmlns:a="http://schemas.openxmlformats.org/drawingml/2006/main">
            <a:pPr algn="r">
              <a:lnSpc>
                <a:spcPct val="112000"/>
              </a:lnSpc>
              <a:buNone/>
              <a:defRPr sz="1050" b="0">
                <a:solidFill>
                  <a:srgbClr val="B7C8D8"/>
                </a:solidFill>
                <a:latin typeface="Noto Sans"/>
                <a:ea typeface="Noto Sans"/>
                <a:cs typeface="Noto Sans"/>
              </a:defRPr>
            </a:pPr>
            <a:r>
              <a:rPr sz="1050" b="0">
                <a:solidFill>
                  <a:srgbClr val="B7C8D8"/>
                </a:solidFill>
                <a:latin typeface="Noto Sans"/>
                <a:ea typeface="Noto Sans"/>
                <a:cs typeface="Noto Sans"/>
              </a:rPr>
              <a:t>Các đường dẫn đầy đủ nằm trong ghi chú trang này</a:t>
            </a:r>
          </a:p>
        </p:txBody>
      </p:sp>
      <p:sp>
        <p:nvSpPr>
          <p:cNvPr id="15" name="s20-page">
            <a:extLst xmlns:a="http://schemas.openxmlformats.org/drawingml/2006/main">
              <a:ext uri="{FF2B5EF4-FFF2-40B4-BE49-F238E27FC236}">
                <a16:creationId xmlns:a16="http://schemas.microsoft.com/office/drawing/2014/main" id="{184FD01F-F92F-429C-85DA-97CD0E8B8754}"/>
              </a:ext>
            </a:extLst>
          </p:cNvPr>
          <p:cNvSpPr>
            <a:spLocks xmlns:a="http://schemas.openxmlformats.org/drawingml/2006/main" noGrp="1"/>
          </p:cNvSpPr>
          <p:nvPr/>
        </p:nvSpPr>
        <p:spPr>
          <a:xfrm xmlns:a="http://schemas.openxmlformats.org/drawingml/2006/main">
            <a:off x="11068050" y="6334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1">
                <a:solidFill>
                  <a:srgbClr val="F2B84B"/>
                </a:solidFill>
                <a:latin typeface="Noto Sans"/>
                <a:ea typeface="Noto Sans"/>
                <a:cs typeface="Noto Sans"/>
              </a:defRPr>
            </a:defPPr>
          </a:lstStyle>
          <a:p xmlns:a="http://schemas.openxmlformats.org/drawingml/2006/main">
            <a:pPr algn="r">
              <a:lnSpc>
                <a:spcPct val="112000"/>
              </a:lnSpc>
              <a:buNone/>
              <a:defRPr sz="1200" b="1">
                <a:solidFill>
                  <a:srgbClr val="F2B84B"/>
                </a:solidFill>
                <a:latin typeface="Noto Sans"/>
                <a:ea typeface="Noto Sans"/>
                <a:cs typeface="Noto Sans"/>
              </a:defRPr>
            </a:pPr>
            <a:r>
              <a:rPr sz="1200" b="1">
                <a:solidFill>
                  <a:srgbClr val="F2B84B"/>
                </a:solidFill>
                <a:latin typeface="Noto Sans"/>
                <a:ea typeface="Noto Sans"/>
                <a:cs typeface="Noto Sans"/>
              </a:rPr>
              <a:t>20</a:t>
            </a:r>
          </a:p>
        </p:txBody>
      </p:sp>
    </p:spTree>
    <p:extLst>
      <p:ext uri="{BB962C8B-B14F-4D97-AF65-F5344CB8AC3E}">
        <p14:creationId val="131766383"/>
      </p:ext>
    </p:extLst>
  </p:cSld>
  <mc:AlternateContent>
    <mc:Choice Requires="p14">
      <p:transition spd="fast" advClick="1" p14:dur="450">
        <p:fade/>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dur="1650" fill="hold">
                      <p:stCondLst>
                        <p:cond delay="0"/>
                      </p:stCondLst>
                      <p:childTnLst>
                        <p:par>
                          <p:cTn id="4" dur="1650" fill="hold">
                            <p:stCondLst>
                              <p:cond delay="0"/>
                            </p:stCondLst>
                            <p:childTnLst>
                              <p:par>
                                <p:cTn id="5" presetID="10" presetClass="entr" dur="850" fill="hold" grpId="0" nodeType="withEffect" presetSubtype="0">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50" fill="hold"/>
                                        <p:tgtEl>
                                          <p:spTgt spid="2"/>
                                        </p:tgtEl>
                                      </p:cBhvr>
                                    </p:animEffect>
                                  </p:childTnLst>
                                </p:cTn>
                              </p:par>
                              <p:par>
                                <p:cTn id="8" presetID="10" presetClass="entr" dur="700" fill="hold" grpId="0" nodeType="withEffect" presetSubtype="0">
                                  <p:stCondLst>
                                    <p:cond delay="9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fill="hold"/>
                                        <p:tgtEl>
                                          <p:spTgt spid="3"/>
                                        </p:tgtEl>
                                      </p:cBhvr>
                                    </p:animEffect>
                                  </p:childTnLst>
                                </p:cTn>
                              </p:par>
                              <p:par>
                                <p:cTn id="11" presetID="10" presetClass="entr" dur="700" fill="hold" grpId="0" nodeType="withEffect" presetSubtype="0">
                                  <p:stCondLst>
                                    <p:cond delay="9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00" fill="hold"/>
                                        <p:tgtEl>
                                          <p:spTgt spid="4"/>
                                        </p:tgtEl>
                                      </p:cBhvr>
                                    </p:animEffect>
                                  </p:childTnLst>
                                </p:cTn>
                              </p:par>
                              <p:par>
                                <p:cTn id="14" presetID="10" presetClass="entr" dur="700" fill="hold" grpId="0" nodeType="withEffect" presetSubtype="0">
                                  <p:stCondLst>
                                    <p:cond delay="9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fill="hold"/>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P spid="3" grpId="0" build="allAtOnce" animBg="1"/>
      <p:bldP spid="4" grpId="0" build="allAtOnce" animBg="1"/>
      <p:bldP spid="5" grpId="0" build="allAtOnce" animBg="1"/>
    </p:bldLst>
  </p:timing>
</p:sld>
</file>

<file path=ppt/theme/theme1.xml><?xml version="1.0" encoding="utf-8"?>
<a:theme xmlns:a="http://schemas.openxmlformats.org/drawingml/2006/main" name="ChatGPT">
  <a:themeElements>
    <a:clrScheme name="Xuân Mai">
      <a:dk1>
        <a:srgbClr val="102A43"/>
      </a:dk1>
      <a:lt1>
        <a:srgbClr val="F7FAFC"/>
      </a:lt1>
      <a:dk2>
        <a:srgbClr val="102A43"/>
      </a:dk2>
      <a:lt2>
        <a:srgbClr val="EAF2FB"/>
      </a:lt2>
      <a:accent1>
        <a:srgbClr val="2F80ED"/>
      </a:accent1>
      <a:accent2>
        <a:srgbClr val="F2B84B"/>
      </a:accent2>
      <a:accent3>
        <a:srgbClr val="196B24"/>
      </a:accent3>
      <a:accent4>
        <a:srgbClr val="0F9ED5"/>
      </a:accent4>
      <a:accent5>
        <a:srgbClr val="A02B93"/>
      </a:accent5>
      <a:accent6>
        <a:srgbClr val="4EA72E"/>
      </a:accent6>
      <a:hlink>
        <a:srgbClr val="F2B84B"/>
      </a:hlink>
      <a:folHlink>
        <a:srgbClr val="F2B84B"/>
      </a:folHlink>
    </a:clrScheme>
    <a:fontScheme name="Noto Sans">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2026-10-11T10:59:23.7030000Z</dcterms:created>
  <dcterms:modified xsi:type="dcterms:W3CDTF">2026-10-11T10:59:23.7030000Z</dcterms:modified>
</coreProperties>
</file>